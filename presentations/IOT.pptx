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>
        <p:scale>
          <a:sx n="76" d="100"/>
          <a:sy n="76" d="100"/>
        </p:scale>
        <p:origin x="-1170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DDD965-C32F-4B94-A20C-38B4F864B7CC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DC5F9-CE69-4701-8D03-D8915D59C08F}">
      <dgm:prSet phldrT="[Text]"/>
      <dgm:spPr/>
      <dgm:t>
        <a:bodyPr/>
        <a:lstStyle/>
        <a:p>
          <a:r>
            <a:rPr lang="en-US" dirty="0" smtClean="0"/>
            <a:t>Intelligence</a:t>
          </a:r>
          <a:endParaRPr lang="en-US" dirty="0"/>
        </a:p>
      </dgm:t>
    </dgm:pt>
    <dgm:pt modelId="{2D0F0FA3-7693-40A7-A95E-373F97885CB1}" type="parTrans" cxnId="{22A4A883-3F05-4D28-BB37-94C8CEE4117D}">
      <dgm:prSet/>
      <dgm:spPr/>
      <dgm:t>
        <a:bodyPr/>
        <a:lstStyle/>
        <a:p>
          <a:endParaRPr lang="en-US"/>
        </a:p>
      </dgm:t>
    </dgm:pt>
    <dgm:pt modelId="{1AA0C5F0-6E2A-4053-A066-6A596FEB7FF8}" type="sibTrans" cxnId="{22A4A883-3F05-4D28-BB37-94C8CEE4117D}">
      <dgm:prSet/>
      <dgm:spPr/>
      <dgm:t>
        <a:bodyPr/>
        <a:lstStyle/>
        <a:p>
          <a:endParaRPr lang="en-US"/>
        </a:p>
      </dgm:t>
    </dgm:pt>
    <dgm:pt modelId="{6BADA7D5-5004-41B8-AF94-684D8D5EFBEC}">
      <dgm:prSet phldrT="[Text]"/>
      <dgm:spPr/>
      <dgm:t>
        <a:bodyPr/>
        <a:lstStyle/>
        <a:p>
          <a:r>
            <a:rPr lang="en-US" dirty="0" smtClean="0"/>
            <a:t>Ambient Intelligence</a:t>
          </a:r>
          <a:endParaRPr lang="en-US" dirty="0"/>
        </a:p>
      </dgm:t>
    </dgm:pt>
    <dgm:pt modelId="{86EEC363-A609-4A4D-BEAD-49845C984348}" type="parTrans" cxnId="{C4EABD41-878D-465C-89A0-92CDCBD99032}">
      <dgm:prSet/>
      <dgm:spPr/>
      <dgm:t>
        <a:bodyPr/>
        <a:lstStyle/>
        <a:p>
          <a:endParaRPr lang="en-US"/>
        </a:p>
      </dgm:t>
    </dgm:pt>
    <dgm:pt modelId="{F8BD2B79-421B-497B-BA44-F91BD6615A52}" type="sibTrans" cxnId="{C4EABD41-878D-465C-89A0-92CDCBD99032}">
      <dgm:prSet/>
      <dgm:spPr/>
      <dgm:t>
        <a:bodyPr/>
        <a:lstStyle/>
        <a:p>
          <a:endParaRPr lang="en-US"/>
        </a:p>
      </dgm:t>
    </dgm:pt>
    <dgm:pt modelId="{1FD6CD46-F9E0-4F04-B1AA-4E0553E1575F}">
      <dgm:prSet phldrT="[Text]"/>
      <dgm:spPr/>
      <dgm:t>
        <a:bodyPr/>
        <a:lstStyle/>
        <a:p>
          <a:r>
            <a:rPr lang="en-US" dirty="0" smtClean="0"/>
            <a:t>Architecture</a:t>
          </a:r>
          <a:endParaRPr lang="en-US" dirty="0"/>
        </a:p>
      </dgm:t>
    </dgm:pt>
    <dgm:pt modelId="{1C9FFED5-57B6-4042-92A2-C1EA37AD226B}" type="parTrans" cxnId="{AE7AD6E1-4E56-4BF9-B961-5E740E3F368C}">
      <dgm:prSet/>
      <dgm:spPr/>
      <dgm:t>
        <a:bodyPr/>
        <a:lstStyle/>
        <a:p>
          <a:endParaRPr lang="en-US"/>
        </a:p>
      </dgm:t>
    </dgm:pt>
    <dgm:pt modelId="{0A786D81-8BE3-4C5B-8CC2-DDE74B19C28B}" type="sibTrans" cxnId="{AE7AD6E1-4E56-4BF9-B961-5E740E3F368C}">
      <dgm:prSet/>
      <dgm:spPr/>
      <dgm:t>
        <a:bodyPr/>
        <a:lstStyle/>
        <a:p>
          <a:endParaRPr lang="en-US"/>
        </a:p>
      </dgm:t>
    </dgm:pt>
    <dgm:pt modelId="{796D93BB-5FDF-4C6E-9A1A-215F5304F6FD}">
      <dgm:prSet phldrT="[Text]"/>
      <dgm:spPr/>
      <dgm:t>
        <a:bodyPr/>
        <a:lstStyle/>
        <a:p>
          <a:r>
            <a:rPr lang="en-US" dirty="0" smtClean="0"/>
            <a:t>Event-driven</a:t>
          </a:r>
          <a:endParaRPr lang="en-US" dirty="0"/>
        </a:p>
      </dgm:t>
    </dgm:pt>
    <dgm:pt modelId="{ACD98782-0504-4E24-9115-F8277EA7E296}" type="parTrans" cxnId="{A24DD690-B64B-46AA-996A-ADD68608EA1C}">
      <dgm:prSet/>
      <dgm:spPr/>
      <dgm:t>
        <a:bodyPr/>
        <a:lstStyle/>
        <a:p>
          <a:endParaRPr lang="en-US"/>
        </a:p>
      </dgm:t>
    </dgm:pt>
    <dgm:pt modelId="{596CCBD7-5415-41F5-BE5B-3BFF475044CF}" type="sibTrans" cxnId="{A24DD690-B64B-46AA-996A-ADD68608EA1C}">
      <dgm:prSet/>
      <dgm:spPr/>
      <dgm:t>
        <a:bodyPr/>
        <a:lstStyle/>
        <a:p>
          <a:endParaRPr lang="en-US"/>
        </a:p>
      </dgm:t>
    </dgm:pt>
    <dgm:pt modelId="{BE21763F-DC08-41BC-B8DE-84D92A68A270}">
      <dgm:prSet phldrT="[Text]"/>
      <dgm:spPr/>
      <dgm:t>
        <a:bodyPr/>
        <a:lstStyle/>
        <a:p>
          <a:r>
            <a:rPr lang="en-US" dirty="0" smtClean="0"/>
            <a:t>Manifests</a:t>
          </a:r>
          <a:endParaRPr lang="en-US" dirty="0"/>
        </a:p>
      </dgm:t>
    </dgm:pt>
    <dgm:pt modelId="{9F3DD198-05C4-419C-AB50-F7F1D9FBEB80}" type="parTrans" cxnId="{2A699E28-3FA2-4E81-9EDA-232C7CB09CF6}">
      <dgm:prSet/>
      <dgm:spPr/>
      <dgm:t>
        <a:bodyPr/>
        <a:lstStyle/>
        <a:p>
          <a:endParaRPr lang="en-US"/>
        </a:p>
      </dgm:t>
    </dgm:pt>
    <dgm:pt modelId="{CB406DEC-CE6D-4C18-A195-64EAE2B7E112}" type="sibTrans" cxnId="{2A699E28-3FA2-4E81-9EDA-232C7CB09CF6}">
      <dgm:prSet/>
      <dgm:spPr/>
      <dgm:t>
        <a:bodyPr/>
        <a:lstStyle/>
        <a:p>
          <a:endParaRPr lang="en-US"/>
        </a:p>
      </dgm:t>
    </dgm:pt>
    <dgm:pt modelId="{A8DC28D3-8B33-4774-8538-DFCEF841CB19}">
      <dgm:prSet phldrT="[Text]"/>
      <dgm:spPr/>
      <dgm:t>
        <a:bodyPr/>
        <a:lstStyle/>
        <a:p>
          <a:r>
            <a:rPr lang="en-US" dirty="0" smtClean="0"/>
            <a:t>Constrained – Power, Space, Size</a:t>
          </a:r>
          <a:endParaRPr lang="en-US" dirty="0"/>
        </a:p>
      </dgm:t>
    </dgm:pt>
    <dgm:pt modelId="{7A0F9266-B148-4F4C-8D77-075A147617C0}" type="parTrans" cxnId="{B868B49F-87C3-486E-9453-F7D08556AEE8}">
      <dgm:prSet/>
      <dgm:spPr/>
      <dgm:t>
        <a:bodyPr/>
        <a:lstStyle/>
        <a:p>
          <a:endParaRPr lang="en-US"/>
        </a:p>
      </dgm:t>
    </dgm:pt>
    <dgm:pt modelId="{B26E09EC-63CE-43D7-9037-DA218699B2BE}" type="sibTrans" cxnId="{B868B49F-87C3-486E-9453-F7D08556AEE8}">
      <dgm:prSet/>
      <dgm:spPr/>
      <dgm:t>
        <a:bodyPr/>
        <a:lstStyle/>
        <a:p>
          <a:endParaRPr lang="en-US"/>
        </a:p>
      </dgm:t>
    </dgm:pt>
    <dgm:pt modelId="{C722C0EB-625D-49FA-9162-90999BCBA8C0}">
      <dgm:prSet phldrT="[Text]"/>
      <dgm:spPr/>
      <dgm:t>
        <a:bodyPr/>
        <a:lstStyle/>
        <a:p>
          <a:r>
            <a:rPr lang="en-US" dirty="0" smtClean="0"/>
            <a:t>Automatic Proactive Control</a:t>
          </a:r>
          <a:endParaRPr lang="en-US" dirty="0"/>
        </a:p>
      </dgm:t>
    </dgm:pt>
    <dgm:pt modelId="{4849B10E-F42B-4391-B7E3-CC2C8AF22ACF}" type="parTrans" cxnId="{EEAA9D12-74A3-484B-805C-4C62691EC53F}">
      <dgm:prSet/>
      <dgm:spPr/>
      <dgm:t>
        <a:bodyPr/>
        <a:lstStyle/>
        <a:p>
          <a:endParaRPr lang="en-US"/>
        </a:p>
      </dgm:t>
    </dgm:pt>
    <dgm:pt modelId="{DCF5F819-79D9-49E1-9D06-DD34298F8A3A}" type="sibTrans" cxnId="{EEAA9D12-74A3-484B-805C-4C62691EC53F}">
      <dgm:prSet/>
      <dgm:spPr/>
      <dgm:t>
        <a:bodyPr/>
        <a:lstStyle/>
        <a:p>
          <a:endParaRPr lang="en-US"/>
        </a:p>
      </dgm:t>
    </dgm:pt>
    <dgm:pt modelId="{58934D31-588D-4F3D-8029-FEF6A263CEE0}">
      <dgm:prSet phldrT="[Text]"/>
      <dgm:spPr/>
      <dgm:t>
        <a:bodyPr/>
        <a:lstStyle/>
        <a:p>
          <a:r>
            <a:rPr lang="en-US" dirty="0" smtClean="0"/>
            <a:t>Distributed Framework</a:t>
          </a:r>
          <a:endParaRPr lang="en-US" dirty="0"/>
        </a:p>
      </dgm:t>
    </dgm:pt>
    <dgm:pt modelId="{A6354E24-D618-4690-B040-FCC56FAD09C7}" type="parTrans" cxnId="{64A63EAA-8257-41CE-885E-B550D7A45066}">
      <dgm:prSet/>
      <dgm:spPr/>
      <dgm:t>
        <a:bodyPr/>
        <a:lstStyle/>
        <a:p>
          <a:endParaRPr lang="en-US"/>
        </a:p>
      </dgm:t>
    </dgm:pt>
    <dgm:pt modelId="{DFFBFEAC-6F6F-4051-A133-18338CCED17A}" type="sibTrans" cxnId="{64A63EAA-8257-41CE-885E-B550D7A45066}">
      <dgm:prSet/>
      <dgm:spPr/>
      <dgm:t>
        <a:bodyPr/>
        <a:lstStyle/>
        <a:p>
          <a:endParaRPr lang="en-US"/>
        </a:p>
      </dgm:t>
    </dgm:pt>
    <dgm:pt modelId="{DBD3A778-2193-4C6A-B256-0153D7A429E8}">
      <dgm:prSet phldrT="[Text]"/>
      <dgm:spPr/>
      <dgm:t>
        <a:bodyPr/>
        <a:lstStyle/>
        <a:p>
          <a:r>
            <a:rPr lang="en-US" dirty="0" smtClean="0"/>
            <a:t>Embedded (device-side)</a:t>
          </a:r>
          <a:endParaRPr lang="en-US" dirty="0"/>
        </a:p>
      </dgm:t>
    </dgm:pt>
    <dgm:pt modelId="{BBE8C73C-ACCE-47BF-815C-25D39BE1D92E}" type="parTrans" cxnId="{2E5A969F-442A-4427-91B0-0945FB567A67}">
      <dgm:prSet/>
      <dgm:spPr/>
    </dgm:pt>
    <dgm:pt modelId="{C6BE811F-8FD7-42FE-9813-464BBEE683FD}" type="sibTrans" cxnId="{2E5A969F-442A-4427-91B0-0945FB567A67}">
      <dgm:prSet/>
      <dgm:spPr/>
    </dgm:pt>
    <dgm:pt modelId="{40DA2B86-3972-404B-91AE-998A8CEEC211}">
      <dgm:prSet phldrT="[Text]"/>
      <dgm:spPr/>
      <dgm:t>
        <a:bodyPr/>
        <a:lstStyle/>
        <a:p>
          <a:r>
            <a:rPr lang="en-US" dirty="0" smtClean="0"/>
            <a:t>Self Awareness</a:t>
          </a:r>
          <a:endParaRPr lang="en-US" dirty="0"/>
        </a:p>
      </dgm:t>
    </dgm:pt>
    <dgm:pt modelId="{7037D97E-A51A-4376-8543-9065212CE153}" type="parTrans" cxnId="{EDA4674E-BDC6-4D0C-9A35-6120A9675E3F}">
      <dgm:prSet/>
      <dgm:spPr/>
    </dgm:pt>
    <dgm:pt modelId="{A66D372B-3D5B-44CA-A090-55D554745BB2}" type="sibTrans" cxnId="{EDA4674E-BDC6-4D0C-9A35-6120A9675E3F}">
      <dgm:prSet/>
      <dgm:spPr/>
    </dgm:pt>
    <dgm:pt modelId="{D452CF3D-7C26-412F-9D4E-37B4E6D17C14}" type="pres">
      <dgm:prSet presAssocID="{30DDD965-C32F-4B94-A20C-38B4F864B7CC}" presName="Name0" presStyleCnt="0">
        <dgm:presLayoutVars>
          <dgm:dir/>
          <dgm:animLvl val="lvl"/>
          <dgm:resizeHandles val="exact"/>
        </dgm:presLayoutVars>
      </dgm:prSet>
      <dgm:spPr/>
    </dgm:pt>
    <dgm:pt modelId="{D7F75A1C-38CD-40D4-8BA6-DE193EC49A8A}" type="pres">
      <dgm:prSet presAssocID="{ACBDC5F9-CE69-4701-8D03-D8915D59C08F}" presName="linNode" presStyleCnt="0"/>
      <dgm:spPr/>
    </dgm:pt>
    <dgm:pt modelId="{5F096CA9-5F2A-4F57-BA3D-09ABF6D804AC}" type="pres">
      <dgm:prSet presAssocID="{ACBDC5F9-CE69-4701-8D03-D8915D59C08F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84FEF6-EFF4-4E12-A47F-AB28CE57C29C}" type="pres">
      <dgm:prSet presAssocID="{ACBDC5F9-CE69-4701-8D03-D8915D59C08F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B16BC1-CBC0-46DE-8389-D97BB4B68F09}" type="pres">
      <dgm:prSet presAssocID="{1AA0C5F0-6E2A-4053-A066-6A596FEB7FF8}" presName="sp" presStyleCnt="0"/>
      <dgm:spPr/>
    </dgm:pt>
    <dgm:pt modelId="{295D82AE-E614-4309-8D51-1B2D8BFA8BC6}" type="pres">
      <dgm:prSet presAssocID="{1FD6CD46-F9E0-4F04-B1AA-4E0553E1575F}" presName="linNode" presStyleCnt="0"/>
      <dgm:spPr/>
    </dgm:pt>
    <dgm:pt modelId="{80E72EFF-B55A-4E62-8B0A-836FF982C6D2}" type="pres">
      <dgm:prSet presAssocID="{1FD6CD46-F9E0-4F04-B1AA-4E0553E1575F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41162-6EC4-4D6A-A881-86E413E46B38}" type="pres">
      <dgm:prSet presAssocID="{1FD6CD46-F9E0-4F04-B1AA-4E0553E1575F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1EC47-5EF6-4781-9E94-B7764E523E19}" type="pres">
      <dgm:prSet presAssocID="{0A786D81-8BE3-4C5B-8CC2-DDE74B19C28B}" presName="sp" presStyleCnt="0"/>
      <dgm:spPr/>
    </dgm:pt>
    <dgm:pt modelId="{7B74697F-58A6-47F3-97D1-755AD2C9DB4B}" type="pres">
      <dgm:prSet presAssocID="{BE21763F-DC08-41BC-B8DE-84D92A68A270}" presName="linNode" presStyleCnt="0"/>
      <dgm:spPr/>
    </dgm:pt>
    <dgm:pt modelId="{3A124E26-E413-48F8-A952-BC70FD4D2B46}" type="pres">
      <dgm:prSet presAssocID="{BE21763F-DC08-41BC-B8DE-84D92A68A270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B9B845-8E8D-4EEC-BF76-9B7467AD1B24}" type="pres">
      <dgm:prSet presAssocID="{BE21763F-DC08-41BC-B8DE-84D92A68A270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F733919-E30C-4B7D-B9C0-112927E5CF38}" type="presOf" srcId="{DBD3A778-2193-4C6A-B256-0153D7A429E8}" destId="{37B9B845-8E8D-4EEC-BF76-9B7467AD1B24}" srcOrd="0" destOrd="1" presId="urn:microsoft.com/office/officeart/2005/8/layout/vList5"/>
    <dgm:cxn modelId="{3054AC47-6212-4784-9210-E2E987E58E97}" type="presOf" srcId="{6BADA7D5-5004-41B8-AF94-684D8D5EFBEC}" destId="{9484FEF6-EFF4-4E12-A47F-AB28CE57C29C}" srcOrd="0" destOrd="0" presId="urn:microsoft.com/office/officeart/2005/8/layout/vList5"/>
    <dgm:cxn modelId="{39D223E6-DC1A-4E97-A266-66D1C3412161}" type="presOf" srcId="{796D93BB-5FDF-4C6E-9A1A-215F5304F6FD}" destId="{D3041162-6EC4-4D6A-A881-86E413E46B38}" srcOrd="0" destOrd="0" presId="urn:microsoft.com/office/officeart/2005/8/layout/vList5"/>
    <dgm:cxn modelId="{866AAEE1-C45B-4E8D-A703-B2D5F11BA042}" type="presOf" srcId="{A8DC28D3-8B33-4774-8538-DFCEF841CB19}" destId="{37B9B845-8E8D-4EEC-BF76-9B7467AD1B24}" srcOrd="0" destOrd="0" presId="urn:microsoft.com/office/officeart/2005/8/layout/vList5"/>
    <dgm:cxn modelId="{BEAD299D-9425-4F9B-B59B-43002D2A7F9E}" type="presOf" srcId="{C722C0EB-625D-49FA-9162-90999BCBA8C0}" destId="{9484FEF6-EFF4-4E12-A47F-AB28CE57C29C}" srcOrd="0" destOrd="2" presId="urn:microsoft.com/office/officeart/2005/8/layout/vList5"/>
    <dgm:cxn modelId="{A24DD690-B64B-46AA-996A-ADD68608EA1C}" srcId="{1FD6CD46-F9E0-4F04-B1AA-4E0553E1575F}" destId="{796D93BB-5FDF-4C6E-9A1A-215F5304F6FD}" srcOrd="0" destOrd="0" parTransId="{ACD98782-0504-4E24-9115-F8277EA7E296}" sibTransId="{596CCBD7-5415-41F5-BE5B-3BFF475044CF}"/>
    <dgm:cxn modelId="{2A699E28-3FA2-4E81-9EDA-232C7CB09CF6}" srcId="{30DDD965-C32F-4B94-A20C-38B4F864B7CC}" destId="{BE21763F-DC08-41BC-B8DE-84D92A68A270}" srcOrd="2" destOrd="0" parTransId="{9F3DD198-05C4-419C-AB50-F7F1D9FBEB80}" sibTransId="{CB406DEC-CE6D-4C18-A195-64EAE2B7E112}"/>
    <dgm:cxn modelId="{DDC07B1E-40C8-4D04-A0F6-5DAE3DEBD0D4}" type="presOf" srcId="{BE21763F-DC08-41BC-B8DE-84D92A68A270}" destId="{3A124E26-E413-48F8-A952-BC70FD4D2B46}" srcOrd="0" destOrd="0" presId="urn:microsoft.com/office/officeart/2005/8/layout/vList5"/>
    <dgm:cxn modelId="{EDA4674E-BDC6-4D0C-9A35-6120A9675E3F}" srcId="{ACBDC5F9-CE69-4701-8D03-D8915D59C08F}" destId="{40DA2B86-3972-404B-91AE-998A8CEEC211}" srcOrd="1" destOrd="0" parTransId="{7037D97E-A51A-4376-8543-9065212CE153}" sibTransId="{A66D372B-3D5B-44CA-A090-55D554745BB2}"/>
    <dgm:cxn modelId="{22A4A883-3F05-4D28-BB37-94C8CEE4117D}" srcId="{30DDD965-C32F-4B94-A20C-38B4F864B7CC}" destId="{ACBDC5F9-CE69-4701-8D03-D8915D59C08F}" srcOrd="0" destOrd="0" parTransId="{2D0F0FA3-7693-40A7-A95E-373F97885CB1}" sibTransId="{1AA0C5F0-6E2A-4053-A066-6A596FEB7FF8}"/>
    <dgm:cxn modelId="{EEAA9D12-74A3-484B-805C-4C62691EC53F}" srcId="{ACBDC5F9-CE69-4701-8D03-D8915D59C08F}" destId="{C722C0EB-625D-49FA-9162-90999BCBA8C0}" srcOrd="2" destOrd="0" parTransId="{4849B10E-F42B-4391-B7E3-CC2C8AF22ACF}" sibTransId="{DCF5F819-79D9-49E1-9D06-DD34298F8A3A}"/>
    <dgm:cxn modelId="{D52678CE-0EB6-48EE-A590-B279073113F1}" type="presOf" srcId="{1FD6CD46-F9E0-4F04-B1AA-4E0553E1575F}" destId="{80E72EFF-B55A-4E62-8B0A-836FF982C6D2}" srcOrd="0" destOrd="0" presId="urn:microsoft.com/office/officeart/2005/8/layout/vList5"/>
    <dgm:cxn modelId="{64A63EAA-8257-41CE-885E-B550D7A45066}" srcId="{1FD6CD46-F9E0-4F04-B1AA-4E0553E1575F}" destId="{58934D31-588D-4F3D-8029-FEF6A263CEE0}" srcOrd="1" destOrd="0" parTransId="{A6354E24-D618-4690-B040-FCC56FAD09C7}" sibTransId="{DFFBFEAC-6F6F-4051-A133-18338CCED17A}"/>
    <dgm:cxn modelId="{2E5A969F-442A-4427-91B0-0945FB567A67}" srcId="{BE21763F-DC08-41BC-B8DE-84D92A68A270}" destId="{DBD3A778-2193-4C6A-B256-0153D7A429E8}" srcOrd="1" destOrd="0" parTransId="{BBE8C73C-ACCE-47BF-815C-25D39BE1D92E}" sibTransId="{C6BE811F-8FD7-42FE-9813-464BBEE683FD}"/>
    <dgm:cxn modelId="{5D17639A-21E1-40A9-B441-E4CAFA33D8BE}" type="presOf" srcId="{ACBDC5F9-CE69-4701-8D03-D8915D59C08F}" destId="{5F096CA9-5F2A-4F57-BA3D-09ABF6D804AC}" srcOrd="0" destOrd="0" presId="urn:microsoft.com/office/officeart/2005/8/layout/vList5"/>
    <dgm:cxn modelId="{AE7AD6E1-4E56-4BF9-B961-5E740E3F368C}" srcId="{30DDD965-C32F-4B94-A20C-38B4F864B7CC}" destId="{1FD6CD46-F9E0-4F04-B1AA-4E0553E1575F}" srcOrd="1" destOrd="0" parTransId="{1C9FFED5-57B6-4042-92A2-C1EA37AD226B}" sibTransId="{0A786D81-8BE3-4C5B-8CC2-DDE74B19C28B}"/>
    <dgm:cxn modelId="{B868B49F-87C3-486E-9453-F7D08556AEE8}" srcId="{BE21763F-DC08-41BC-B8DE-84D92A68A270}" destId="{A8DC28D3-8B33-4774-8538-DFCEF841CB19}" srcOrd="0" destOrd="0" parTransId="{7A0F9266-B148-4F4C-8D77-075A147617C0}" sibTransId="{B26E09EC-63CE-43D7-9037-DA218699B2BE}"/>
    <dgm:cxn modelId="{8B5A5D9B-FA54-461E-B5CB-7CF9C5F701FA}" type="presOf" srcId="{40DA2B86-3972-404B-91AE-998A8CEEC211}" destId="{9484FEF6-EFF4-4E12-A47F-AB28CE57C29C}" srcOrd="0" destOrd="1" presId="urn:microsoft.com/office/officeart/2005/8/layout/vList5"/>
    <dgm:cxn modelId="{47539B0B-98C4-4219-92EC-B5E5398D5DBD}" type="presOf" srcId="{30DDD965-C32F-4B94-A20C-38B4F864B7CC}" destId="{D452CF3D-7C26-412F-9D4E-37B4E6D17C14}" srcOrd="0" destOrd="0" presId="urn:microsoft.com/office/officeart/2005/8/layout/vList5"/>
    <dgm:cxn modelId="{C4EABD41-878D-465C-89A0-92CDCBD99032}" srcId="{ACBDC5F9-CE69-4701-8D03-D8915D59C08F}" destId="{6BADA7D5-5004-41B8-AF94-684D8D5EFBEC}" srcOrd="0" destOrd="0" parTransId="{86EEC363-A609-4A4D-BEAD-49845C984348}" sibTransId="{F8BD2B79-421B-497B-BA44-F91BD6615A52}"/>
    <dgm:cxn modelId="{03233AB2-C4E3-4B6B-98B8-98BB6A863836}" type="presOf" srcId="{58934D31-588D-4F3D-8029-FEF6A263CEE0}" destId="{D3041162-6EC4-4D6A-A881-86E413E46B38}" srcOrd="0" destOrd="1" presId="urn:microsoft.com/office/officeart/2005/8/layout/vList5"/>
    <dgm:cxn modelId="{A5B75697-4969-4502-8101-9BF0FD6C41F6}" type="presParOf" srcId="{D452CF3D-7C26-412F-9D4E-37B4E6D17C14}" destId="{D7F75A1C-38CD-40D4-8BA6-DE193EC49A8A}" srcOrd="0" destOrd="0" presId="urn:microsoft.com/office/officeart/2005/8/layout/vList5"/>
    <dgm:cxn modelId="{9E878434-F4CC-4FE0-AFF1-3F7336785BBA}" type="presParOf" srcId="{D7F75A1C-38CD-40D4-8BA6-DE193EC49A8A}" destId="{5F096CA9-5F2A-4F57-BA3D-09ABF6D804AC}" srcOrd="0" destOrd="0" presId="urn:microsoft.com/office/officeart/2005/8/layout/vList5"/>
    <dgm:cxn modelId="{DC871761-CD04-4C21-A5EB-F27EBCF14531}" type="presParOf" srcId="{D7F75A1C-38CD-40D4-8BA6-DE193EC49A8A}" destId="{9484FEF6-EFF4-4E12-A47F-AB28CE57C29C}" srcOrd="1" destOrd="0" presId="urn:microsoft.com/office/officeart/2005/8/layout/vList5"/>
    <dgm:cxn modelId="{0401ACA0-F696-4F8F-9873-D9C18423A4FF}" type="presParOf" srcId="{D452CF3D-7C26-412F-9D4E-37B4E6D17C14}" destId="{D3B16BC1-CBC0-46DE-8389-D97BB4B68F09}" srcOrd="1" destOrd="0" presId="urn:microsoft.com/office/officeart/2005/8/layout/vList5"/>
    <dgm:cxn modelId="{10E28D1D-3220-4791-ACD0-226D919194EA}" type="presParOf" srcId="{D452CF3D-7C26-412F-9D4E-37B4E6D17C14}" destId="{295D82AE-E614-4309-8D51-1B2D8BFA8BC6}" srcOrd="2" destOrd="0" presId="urn:microsoft.com/office/officeart/2005/8/layout/vList5"/>
    <dgm:cxn modelId="{E1E2AD9B-4878-4A8D-9CD7-2A990895F3AD}" type="presParOf" srcId="{295D82AE-E614-4309-8D51-1B2D8BFA8BC6}" destId="{80E72EFF-B55A-4E62-8B0A-836FF982C6D2}" srcOrd="0" destOrd="0" presId="urn:microsoft.com/office/officeart/2005/8/layout/vList5"/>
    <dgm:cxn modelId="{8515EF26-1B34-466E-AA90-E4138C5C9ED6}" type="presParOf" srcId="{295D82AE-E614-4309-8D51-1B2D8BFA8BC6}" destId="{D3041162-6EC4-4D6A-A881-86E413E46B38}" srcOrd="1" destOrd="0" presId="urn:microsoft.com/office/officeart/2005/8/layout/vList5"/>
    <dgm:cxn modelId="{D9402DFD-F07F-45A7-B27A-B8A1710C1CCA}" type="presParOf" srcId="{D452CF3D-7C26-412F-9D4E-37B4E6D17C14}" destId="{8041EC47-5EF6-4781-9E94-B7764E523E19}" srcOrd="3" destOrd="0" presId="urn:microsoft.com/office/officeart/2005/8/layout/vList5"/>
    <dgm:cxn modelId="{DC41EE4F-AF8E-4812-B9B9-91DDF93B3F04}" type="presParOf" srcId="{D452CF3D-7C26-412F-9D4E-37B4E6D17C14}" destId="{7B74697F-58A6-47F3-97D1-755AD2C9DB4B}" srcOrd="4" destOrd="0" presId="urn:microsoft.com/office/officeart/2005/8/layout/vList5"/>
    <dgm:cxn modelId="{06568B0B-AC54-4E18-BF2D-147349D940F2}" type="presParOf" srcId="{7B74697F-58A6-47F3-97D1-755AD2C9DB4B}" destId="{3A124E26-E413-48F8-A952-BC70FD4D2B46}" srcOrd="0" destOrd="0" presId="urn:microsoft.com/office/officeart/2005/8/layout/vList5"/>
    <dgm:cxn modelId="{CF165C5D-A3BF-4CE0-88D6-3D7A3A1F6D1F}" type="presParOf" srcId="{7B74697F-58A6-47F3-97D1-755AD2C9DB4B}" destId="{37B9B845-8E8D-4EEC-BF76-9B7467AD1B2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E794D4-C5BD-4FA5-A974-76C1AB0A6D59}" type="doc">
      <dgm:prSet loTypeId="urn:microsoft.com/office/officeart/2005/8/layout/cycle8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893650-8A6B-4BF0-9EC5-B55AFB37779A}">
      <dgm:prSet phldrT="[Text]"/>
      <dgm:spPr/>
      <dgm:t>
        <a:bodyPr/>
        <a:lstStyle/>
        <a:p>
          <a:r>
            <a:rPr lang="en-US" dirty="0" smtClean="0"/>
            <a:t>Safety</a:t>
          </a:r>
          <a:endParaRPr lang="en-US" dirty="0"/>
        </a:p>
      </dgm:t>
    </dgm:pt>
    <dgm:pt modelId="{ED7CC022-1529-431A-91B3-7F97D2F7A62B}" type="parTrans" cxnId="{7DE59442-FACE-4C26-980B-79C708415AD3}">
      <dgm:prSet/>
      <dgm:spPr/>
      <dgm:t>
        <a:bodyPr/>
        <a:lstStyle/>
        <a:p>
          <a:endParaRPr lang="en-US"/>
        </a:p>
      </dgm:t>
    </dgm:pt>
    <dgm:pt modelId="{CEBEE124-076E-4AAF-A936-5CA323BD3323}" type="sibTrans" cxnId="{7DE59442-FACE-4C26-980B-79C708415AD3}">
      <dgm:prSet/>
      <dgm:spPr/>
      <dgm:t>
        <a:bodyPr/>
        <a:lstStyle/>
        <a:p>
          <a:endParaRPr lang="en-US"/>
        </a:p>
      </dgm:t>
    </dgm:pt>
    <dgm:pt modelId="{E69C0A18-1A63-4717-9FDD-9005D2010CD6}">
      <dgm:prSet phldrT="[Text]"/>
      <dgm:spPr/>
      <dgm:t>
        <a:bodyPr/>
        <a:lstStyle/>
        <a:p>
          <a:r>
            <a:rPr lang="en-US" dirty="0" smtClean="0"/>
            <a:t>Privacy</a:t>
          </a:r>
          <a:endParaRPr lang="en-US" dirty="0"/>
        </a:p>
      </dgm:t>
    </dgm:pt>
    <dgm:pt modelId="{93AC8CA1-F540-4AAF-932A-5E0638C0C98E}" type="parTrans" cxnId="{F1617D2A-9D6D-49D3-BF24-EE8F41E14F98}">
      <dgm:prSet/>
      <dgm:spPr/>
      <dgm:t>
        <a:bodyPr/>
        <a:lstStyle/>
        <a:p>
          <a:endParaRPr lang="en-US"/>
        </a:p>
      </dgm:t>
    </dgm:pt>
    <dgm:pt modelId="{7D99ABA5-73D6-47DF-B16D-A53D8FAF03B3}" type="sibTrans" cxnId="{F1617D2A-9D6D-49D3-BF24-EE8F41E14F98}">
      <dgm:prSet/>
      <dgm:spPr/>
      <dgm:t>
        <a:bodyPr/>
        <a:lstStyle/>
        <a:p>
          <a:endParaRPr lang="en-US"/>
        </a:p>
      </dgm:t>
    </dgm:pt>
    <dgm:pt modelId="{A7C60F96-0233-4EC3-9948-6C3B04413D6B}">
      <dgm:prSet phldrT="[Text]"/>
      <dgm:spPr/>
      <dgm:t>
        <a:bodyPr/>
        <a:lstStyle/>
        <a:p>
          <a:r>
            <a:rPr lang="en-US" dirty="0" smtClean="0"/>
            <a:t>Environment</a:t>
          </a:r>
          <a:endParaRPr lang="en-US" dirty="0"/>
        </a:p>
      </dgm:t>
    </dgm:pt>
    <dgm:pt modelId="{82C6C198-303C-4CE0-B924-0F1AFD62FFF3}" type="parTrans" cxnId="{F8046EA7-E522-4A36-966B-013FE961190D}">
      <dgm:prSet/>
      <dgm:spPr/>
      <dgm:t>
        <a:bodyPr/>
        <a:lstStyle/>
        <a:p>
          <a:endParaRPr lang="en-US"/>
        </a:p>
      </dgm:t>
    </dgm:pt>
    <dgm:pt modelId="{944422CF-09C0-4278-88D9-9F2FCD026F7A}" type="sibTrans" cxnId="{F8046EA7-E522-4A36-966B-013FE961190D}">
      <dgm:prSet/>
      <dgm:spPr/>
      <dgm:t>
        <a:bodyPr/>
        <a:lstStyle/>
        <a:p>
          <a:endParaRPr lang="en-US"/>
        </a:p>
      </dgm:t>
    </dgm:pt>
    <dgm:pt modelId="{0088875E-99E0-4D2A-8165-9491FB07CC7F}">
      <dgm:prSet phldrT="[Text]"/>
      <dgm:spPr/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B506432E-89B0-41E4-9771-B8AF79704A2C}" type="parTrans" cxnId="{ABB8D16A-7367-49C5-9644-68784BF2A026}">
      <dgm:prSet/>
      <dgm:spPr/>
      <dgm:t>
        <a:bodyPr/>
        <a:lstStyle/>
        <a:p>
          <a:endParaRPr lang="en-US"/>
        </a:p>
      </dgm:t>
    </dgm:pt>
    <dgm:pt modelId="{24535A33-5074-4855-A3F7-7BDD0FAF0526}" type="sibTrans" cxnId="{ABB8D16A-7367-49C5-9644-68784BF2A026}">
      <dgm:prSet/>
      <dgm:spPr/>
      <dgm:t>
        <a:bodyPr/>
        <a:lstStyle/>
        <a:p>
          <a:endParaRPr lang="en-US"/>
        </a:p>
      </dgm:t>
    </dgm:pt>
    <dgm:pt modelId="{BB9327E6-882C-4A41-ADD3-639143D1C13A}">
      <dgm:prSet phldrT="[Text]"/>
      <dgm:spPr/>
      <dgm:t>
        <a:bodyPr/>
        <a:lstStyle/>
        <a:p>
          <a:r>
            <a:rPr lang="en-US" dirty="0" smtClean="0"/>
            <a:t>Autonomy</a:t>
          </a:r>
        </a:p>
        <a:p>
          <a:r>
            <a:rPr lang="en-US" dirty="0" smtClean="0"/>
            <a:t>&amp;</a:t>
          </a:r>
        </a:p>
        <a:p>
          <a:r>
            <a:rPr lang="en-US" smtClean="0"/>
            <a:t>Control</a:t>
          </a:r>
          <a:endParaRPr lang="en-US"/>
        </a:p>
      </dgm:t>
    </dgm:pt>
    <dgm:pt modelId="{A69A6CB4-152B-404F-B81B-786571A17F97}" type="parTrans" cxnId="{443DB557-7465-434F-A596-79A74CC9DB45}">
      <dgm:prSet/>
      <dgm:spPr/>
      <dgm:t>
        <a:bodyPr/>
        <a:lstStyle/>
        <a:p>
          <a:endParaRPr lang="en-US"/>
        </a:p>
      </dgm:t>
    </dgm:pt>
    <dgm:pt modelId="{1085D0D0-1FA6-468B-A75F-374C34977BDA}" type="sibTrans" cxnId="{443DB557-7465-434F-A596-79A74CC9DB45}">
      <dgm:prSet/>
      <dgm:spPr/>
      <dgm:t>
        <a:bodyPr/>
        <a:lstStyle/>
        <a:p>
          <a:endParaRPr lang="en-US"/>
        </a:p>
      </dgm:t>
    </dgm:pt>
    <dgm:pt modelId="{ABE6184A-E12E-42E0-B789-AC6376224F5A}" type="pres">
      <dgm:prSet presAssocID="{0BE794D4-C5BD-4FA5-A974-76C1AB0A6D59}" presName="compositeShape" presStyleCnt="0">
        <dgm:presLayoutVars>
          <dgm:chMax val="7"/>
          <dgm:dir/>
          <dgm:resizeHandles val="exact"/>
        </dgm:presLayoutVars>
      </dgm:prSet>
      <dgm:spPr/>
    </dgm:pt>
    <dgm:pt modelId="{AA0B30FD-D510-46B3-8E61-B80FB2789CD1}" type="pres">
      <dgm:prSet presAssocID="{0BE794D4-C5BD-4FA5-A974-76C1AB0A6D59}" presName="wedge1" presStyleLbl="node1" presStyleIdx="0" presStyleCnt="5"/>
      <dgm:spPr/>
    </dgm:pt>
    <dgm:pt modelId="{9DC6F69F-B7AA-42A1-834A-396A6F6DB627}" type="pres">
      <dgm:prSet presAssocID="{0BE794D4-C5BD-4FA5-A974-76C1AB0A6D59}" presName="dummy1a" presStyleCnt="0"/>
      <dgm:spPr/>
    </dgm:pt>
    <dgm:pt modelId="{788233DD-EDDC-4FC1-BC26-5004958F50B6}" type="pres">
      <dgm:prSet presAssocID="{0BE794D4-C5BD-4FA5-A974-76C1AB0A6D59}" presName="dummy1b" presStyleCnt="0"/>
      <dgm:spPr/>
    </dgm:pt>
    <dgm:pt modelId="{440919E8-BFE9-4F07-8A6F-7509E241F295}" type="pres">
      <dgm:prSet presAssocID="{0BE794D4-C5BD-4FA5-A974-76C1AB0A6D59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E68445A-B535-4C38-A6A3-198AEB4EF4ED}" type="pres">
      <dgm:prSet presAssocID="{0BE794D4-C5BD-4FA5-A974-76C1AB0A6D59}" presName="wedge2" presStyleLbl="node1" presStyleIdx="1" presStyleCnt="5"/>
      <dgm:spPr/>
    </dgm:pt>
    <dgm:pt modelId="{1F2FC469-47B3-4DE9-843F-ABAE71A0D725}" type="pres">
      <dgm:prSet presAssocID="{0BE794D4-C5BD-4FA5-A974-76C1AB0A6D59}" presName="dummy2a" presStyleCnt="0"/>
      <dgm:spPr/>
    </dgm:pt>
    <dgm:pt modelId="{C322B824-1089-4D50-989A-8EE9A28DA9F7}" type="pres">
      <dgm:prSet presAssocID="{0BE794D4-C5BD-4FA5-A974-76C1AB0A6D59}" presName="dummy2b" presStyleCnt="0"/>
      <dgm:spPr/>
    </dgm:pt>
    <dgm:pt modelId="{48ECFA5F-1743-4A98-B672-E30B71639D75}" type="pres">
      <dgm:prSet presAssocID="{0BE794D4-C5BD-4FA5-A974-76C1AB0A6D59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E713507-F3DF-4C91-B268-C2D218AD44A6}" type="pres">
      <dgm:prSet presAssocID="{0BE794D4-C5BD-4FA5-A974-76C1AB0A6D59}" presName="wedge3" presStyleLbl="node1" presStyleIdx="2" presStyleCnt="5"/>
      <dgm:spPr/>
    </dgm:pt>
    <dgm:pt modelId="{4DA1C5C3-E4DA-49B8-8859-5E3E13E45537}" type="pres">
      <dgm:prSet presAssocID="{0BE794D4-C5BD-4FA5-A974-76C1AB0A6D59}" presName="dummy3a" presStyleCnt="0"/>
      <dgm:spPr/>
    </dgm:pt>
    <dgm:pt modelId="{E3EBE797-84D0-402A-B801-950741F9DC16}" type="pres">
      <dgm:prSet presAssocID="{0BE794D4-C5BD-4FA5-A974-76C1AB0A6D59}" presName="dummy3b" presStyleCnt="0"/>
      <dgm:spPr/>
    </dgm:pt>
    <dgm:pt modelId="{164AF585-6BE1-4018-90EC-7EF0652FC6CA}" type="pres">
      <dgm:prSet presAssocID="{0BE794D4-C5BD-4FA5-A974-76C1AB0A6D59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239BA763-027E-4D05-B2C2-911282EF921B}" type="pres">
      <dgm:prSet presAssocID="{0BE794D4-C5BD-4FA5-A974-76C1AB0A6D59}" presName="wedge4" presStyleLbl="node1" presStyleIdx="3" presStyleCnt="5"/>
      <dgm:spPr/>
    </dgm:pt>
    <dgm:pt modelId="{03696197-5311-462B-A315-512DCFF0B277}" type="pres">
      <dgm:prSet presAssocID="{0BE794D4-C5BD-4FA5-A974-76C1AB0A6D59}" presName="dummy4a" presStyleCnt="0"/>
      <dgm:spPr/>
    </dgm:pt>
    <dgm:pt modelId="{15263888-84B4-4576-8FC0-8DD536ABF0EF}" type="pres">
      <dgm:prSet presAssocID="{0BE794D4-C5BD-4FA5-A974-76C1AB0A6D59}" presName="dummy4b" presStyleCnt="0"/>
      <dgm:spPr/>
    </dgm:pt>
    <dgm:pt modelId="{30ADF6EA-F202-4773-A431-58CDC5D4C626}" type="pres">
      <dgm:prSet presAssocID="{0BE794D4-C5BD-4FA5-A974-76C1AB0A6D59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3175DA2-75F7-458E-9092-C2B869A478DB}" type="pres">
      <dgm:prSet presAssocID="{0BE794D4-C5BD-4FA5-A974-76C1AB0A6D59}" presName="wedge5" presStyleLbl="node1" presStyleIdx="4" presStyleCnt="5"/>
      <dgm:spPr/>
    </dgm:pt>
    <dgm:pt modelId="{BDD1425C-311D-4875-86F7-74693D971EC6}" type="pres">
      <dgm:prSet presAssocID="{0BE794D4-C5BD-4FA5-A974-76C1AB0A6D59}" presName="dummy5a" presStyleCnt="0"/>
      <dgm:spPr/>
    </dgm:pt>
    <dgm:pt modelId="{7B6197F4-5585-4F36-A586-C56E8A6637D7}" type="pres">
      <dgm:prSet presAssocID="{0BE794D4-C5BD-4FA5-A974-76C1AB0A6D59}" presName="dummy5b" presStyleCnt="0"/>
      <dgm:spPr/>
    </dgm:pt>
    <dgm:pt modelId="{8F4C16E4-B577-4281-8D08-FF110E4BA4E9}" type="pres">
      <dgm:prSet presAssocID="{0BE794D4-C5BD-4FA5-A974-76C1AB0A6D59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FE54265D-BCAC-4402-B3EA-326017DF0C22}" type="pres">
      <dgm:prSet presAssocID="{CEBEE124-076E-4AAF-A936-5CA323BD3323}" presName="arrowWedge1" presStyleLbl="fgSibTrans2D1" presStyleIdx="0" presStyleCnt="5"/>
      <dgm:spPr/>
    </dgm:pt>
    <dgm:pt modelId="{72AF0FD9-59A3-4E42-AF08-033FC3C03128}" type="pres">
      <dgm:prSet presAssocID="{7D99ABA5-73D6-47DF-B16D-A53D8FAF03B3}" presName="arrowWedge2" presStyleLbl="fgSibTrans2D1" presStyleIdx="1" presStyleCnt="5"/>
      <dgm:spPr/>
    </dgm:pt>
    <dgm:pt modelId="{F023D926-0266-49FE-8CCE-63677109230C}" type="pres">
      <dgm:prSet presAssocID="{944422CF-09C0-4278-88D9-9F2FCD026F7A}" presName="arrowWedge3" presStyleLbl="fgSibTrans2D1" presStyleIdx="2" presStyleCnt="5"/>
      <dgm:spPr/>
    </dgm:pt>
    <dgm:pt modelId="{A78FC1D5-7616-4F1B-9CBC-7D30DC6ED1A3}" type="pres">
      <dgm:prSet presAssocID="{24535A33-5074-4855-A3F7-7BDD0FAF0526}" presName="arrowWedge4" presStyleLbl="fgSibTrans2D1" presStyleIdx="3" presStyleCnt="5"/>
      <dgm:spPr/>
    </dgm:pt>
    <dgm:pt modelId="{EFF8C03D-0FA3-4412-80AB-6235050C3DB5}" type="pres">
      <dgm:prSet presAssocID="{1085D0D0-1FA6-468B-A75F-374C34977BDA}" presName="arrowWedge5" presStyleLbl="fgSibTrans2D1" presStyleIdx="4" presStyleCnt="5"/>
      <dgm:spPr/>
    </dgm:pt>
  </dgm:ptLst>
  <dgm:cxnLst>
    <dgm:cxn modelId="{F09BC579-F675-4707-864A-760FF44C857A}" type="presOf" srcId="{0088875E-99E0-4D2A-8165-9491FB07CC7F}" destId="{30ADF6EA-F202-4773-A431-58CDC5D4C626}" srcOrd="1" destOrd="0" presId="urn:microsoft.com/office/officeart/2005/8/layout/cycle8"/>
    <dgm:cxn modelId="{36680EC7-5D22-4A69-9496-1A81F1B8ED56}" type="presOf" srcId="{E69C0A18-1A63-4717-9FDD-9005D2010CD6}" destId="{5E68445A-B535-4C38-A6A3-198AEB4EF4ED}" srcOrd="0" destOrd="0" presId="urn:microsoft.com/office/officeart/2005/8/layout/cycle8"/>
    <dgm:cxn modelId="{06F37261-9C74-4DA5-9595-2FDA07C45200}" type="presOf" srcId="{A7C60F96-0233-4EC3-9948-6C3B04413D6B}" destId="{2E713507-F3DF-4C91-B268-C2D218AD44A6}" srcOrd="0" destOrd="0" presId="urn:microsoft.com/office/officeart/2005/8/layout/cycle8"/>
    <dgm:cxn modelId="{F8046EA7-E522-4A36-966B-013FE961190D}" srcId="{0BE794D4-C5BD-4FA5-A974-76C1AB0A6D59}" destId="{A7C60F96-0233-4EC3-9948-6C3B04413D6B}" srcOrd="2" destOrd="0" parTransId="{82C6C198-303C-4CE0-B924-0F1AFD62FFF3}" sibTransId="{944422CF-09C0-4278-88D9-9F2FCD026F7A}"/>
    <dgm:cxn modelId="{6DD01220-28C7-4893-AEDF-CB57997226BA}" type="presOf" srcId="{A7C60F96-0233-4EC3-9948-6C3B04413D6B}" destId="{164AF585-6BE1-4018-90EC-7EF0652FC6CA}" srcOrd="1" destOrd="0" presId="urn:microsoft.com/office/officeart/2005/8/layout/cycle8"/>
    <dgm:cxn modelId="{ABB8D16A-7367-49C5-9644-68784BF2A026}" srcId="{0BE794D4-C5BD-4FA5-A974-76C1AB0A6D59}" destId="{0088875E-99E0-4D2A-8165-9491FB07CC7F}" srcOrd="3" destOrd="0" parTransId="{B506432E-89B0-41E4-9771-B8AF79704A2C}" sibTransId="{24535A33-5074-4855-A3F7-7BDD0FAF0526}"/>
    <dgm:cxn modelId="{0D02192F-E583-4552-B3A3-36951BBE3A8D}" type="presOf" srcId="{BB9327E6-882C-4A41-ADD3-639143D1C13A}" destId="{8F4C16E4-B577-4281-8D08-FF110E4BA4E9}" srcOrd="1" destOrd="0" presId="urn:microsoft.com/office/officeart/2005/8/layout/cycle8"/>
    <dgm:cxn modelId="{A7BC749C-E091-42F4-A478-E445D912FF78}" type="presOf" srcId="{E69C0A18-1A63-4717-9FDD-9005D2010CD6}" destId="{48ECFA5F-1743-4A98-B672-E30B71639D75}" srcOrd="1" destOrd="0" presId="urn:microsoft.com/office/officeart/2005/8/layout/cycle8"/>
    <dgm:cxn modelId="{EDBEA9D7-445F-4A96-A607-87BC21173003}" type="presOf" srcId="{00893650-8A6B-4BF0-9EC5-B55AFB37779A}" destId="{AA0B30FD-D510-46B3-8E61-B80FB2789CD1}" srcOrd="0" destOrd="0" presId="urn:microsoft.com/office/officeart/2005/8/layout/cycle8"/>
    <dgm:cxn modelId="{469B38C3-BC60-4B30-88D8-6D252F41F4E8}" type="presOf" srcId="{BB9327E6-882C-4A41-ADD3-639143D1C13A}" destId="{63175DA2-75F7-458E-9092-C2B869A478DB}" srcOrd="0" destOrd="0" presId="urn:microsoft.com/office/officeart/2005/8/layout/cycle8"/>
    <dgm:cxn modelId="{F1617D2A-9D6D-49D3-BF24-EE8F41E14F98}" srcId="{0BE794D4-C5BD-4FA5-A974-76C1AB0A6D59}" destId="{E69C0A18-1A63-4717-9FDD-9005D2010CD6}" srcOrd="1" destOrd="0" parTransId="{93AC8CA1-F540-4AAF-932A-5E0638C0C98E}" sibTransId="{7D99ABA5-73D6-47DF-B16D-A53D8FAF03B3}"/>
    <dgm:cxn modelId="{B923AE63-028D-48E4-AB66-AA5CD07BBF49}" type="presOf" srcId="{00893650-8A6B-4BF0-9EC5-B55AFB37779A}" destId="{440919E8-BFE9-4F07-8A6F-7509E241F295}" srcOrd="1" destOrd="0" presId="urn:microsoft.com/office/officeart/2005/8/layout/cycle8"/>
    <dgm:cxn modelId="{443DB557-7465-434F-A596-79A74CC9DB45}" srcId="{0BE794D4-C5BD-4FA5-A974-76C1AB0A6D59}" destId="{BB9327E6-882C-4A41-ADD3-639143D1C13A}" srcOrd="4" destOrd="0" parTransId="{A69A6CB4-152B-404F-B81B-786571A17F97}" sibTransId="{1085D0D0-1FA6-468B-A75F-374C34977BDA}"/>
    <dgm:cxn modelId="{FBDFE909-AC7D-40BA-A7C1-1CDCC48E3309}" type="presOf" srcId="{0BE794D4-C5BD-4FA5-A974-76C1AB0A6D59}" destId="{ABE6184A-E12E-42E0-B789-AC6376224F5A}" srcOrd="0" destOrd="0" presId="urn:microsoft.com/office/officeart/2005/8/layout/cycle8"/>
    <dgm:cxn modelId="{54DFA3EC-22D3-47DE-9CDA-E758ABE5A1EF}" type="presOf" srcId="{0088875E-99E0-4D2A-8165-9491FB07CC7F}" destId="{239BA763-027E-4D05-B2C2-911282EF921B}" srcOrd="0" destOrd="0" presId="urn:microsoft.com/office/officeart/2005/8/layout/cycle8"/>
    <dgm:cxn modelId="{7DE59442-FACE-4C26-980B-79C708415AD3}" srcId="{0BE794D4-C5BD-4FA5-A974-76C1AB0A6D59}" destId="{00893650-8A6B-4BF0-9EC5-B55AFB37779A}" srcOrd="0" destOrd="0" parTransId="{ED7CC022-1529-431A-91B3-7F97D2F7A62B}" sibTransId="{CEBEE124-076E-4AAF-A936-5CA323BD3323}"/>
    <dgm:cxn modelId="{E38279D3-BF56-4DA4-B738-20BF667C5FA8}" type="presParOf" srcId="{ABE6184A-E12E-42E0-B789-AC6376224F5A}" destId="{AA0B30FD-D510-46B3-8E61-B80FB2789CD1}" srcOrd="0" destOrd="0" presId="urn:microsoft.com/office/officeart/2005/8/layout/cycle8"/>
    <dgm:cxn modelId="{7B5E619E-403C-413C-B86B-7DC3AABBBC8D}" type="presParOf" srcId="{ABE6184A-E12E-42E0-B789-AC6376224F5A}" destId="{9DC6F69F-B7AA-42A1-834A-396A6F6DB627}" srcOrd="1" destOrd="0" presId="urn:microsoft.com/office/officeart/2005/8/layout/cycle8"/>
    <dgm:cxn modelId="{698E8CCE-0A7F-4276-B179-C4340408BDEC}" type="presParOf" srcId="{ABE6184A-E12E-42E0-B789-AC6376224F5A}" destId="{788233DD-EDDC-4FC1-BC26-5004958F50B6}" srcOrd="2" destOrd="0" presId="urn:microsoft.com/office/officeart/2005/8/layout/cycle8"/>
    <dgm:cxn modelId="{2C4BBB3C-8E50-4D16-A56B-62592E18B3B2}" type="presParOf" srcId="{ABE6184A-E12E-42E0-B789-AC6376224F5A}" destId="{440919E8-BFE9-4F07-8A6F-7509E241F295}" srcOrd="3" destOrd="0" presId="urn:microsoft.com/office/officeart/2005/8/layout/cycle8"/>
    <dgm:cxn modelId="{021F0661-9C47-4372-9C17-A4B7C805F2A5}" type="presParOf" srcId="{ABE6184A-E12E-42E0-B789-AC6376224F5A}" destId="{5E68445A-B535-4C38-A6A3-198AEB4EF4ED}" srcOrd="4" destOrd="0" presId="urn:microsoft.com/office/officeart/2005/8/layout/cycle8"/>
    <dgm:cxn modelId="{DA9A2723-B71D-4F3B-A152-54D71E8423A9}" type="presParOf" srcId="{ABE6184A-E12E-42E0-B789-AC6376224F5A}" destId="{1F2FC469-47B3-4DE9-843F-ABAE71A0D725}" srcOrd="5" destOrd="0" presId="urn:microsoft.com/office/officeart/2005/8/layout/cycle8"/>
    <dgm:cxn modelId="{062B6C4C-8ABF-4531-9DE5-764CDE03684A}" type="presParOf" srcId="{ABE6184A-E12E-42E0-B789-AC6376224F5A}" destId="{C322B824-1089-4D50-989A-8EE9A28DA9F7}" srcOrd="6" destOrd="0" presId="urn:microsoft.com/office/officeart/2005/8/layout/cycle8"/>
    <dgm:cxn modelId="{4E99656F-894F-406C-A1F8-02382BC5FF68}" type="presParOf" srcId="{ABE6184A-E12E-42E0-B789-AC6376224F5A}" destId="{48ECFA5F-1743-4A98-B672-E30B71639D75}" srcOrd="7" destOrd="0" presId="urn:microsoft.com/office/officeart/2005/8/layout/cycle8"/>
    <dgm:cxn modelId="{14654A7C-78DE-4C3A-960A-6652454EB3E2}" type="presParOf" srcId="{ABE6184A-E12E-42E0-B789-AC6376224F5A}" destId="{2E713507-F3DF-4C91-B268-C2D218AD44A6}" srcOrd="8" destOrd="0" presId="urn:microsoft.com/office/officeart/2005/8/layout/cycle8"/>
    <dgm:cxn modelId="{B5AB8937-56B3-4C90-BE5A-2DBBCEE8E811}" type="presParOf" srcId="{ABE6184A-E12E-42E0-B789-AC6376224F5A}" destId="{4DA1C5C3-E4DA-49B8-8859-5E3E13E45537}" srcOrd="9" destOrd="0" presId="urn:microsoft.com/office/officeart/2005/8/layout/cycle8"/>
    <dgm:cxn modelId="{F32C9CF2-7514-4972-9043-B6FBCFDF28B9}" type="presParOf" srcId="{ABE6184A-E12E-42E0-B789-AC6376224F5A}" destId="{E3EBE797-84D0-402A-B801-950741F9DC16}" srcOrd="10" destOrd="0" presId="urn:microsoft.com/office/officeart/2005/8/layout/cycle8"/>
    <dgm:cxn modelId="{3A9162F7-C896-4CC0-B5ED-ACAE3E5A62CF}" type="presParOf" srcId="{ABE6184A-E12E-42E0-B789-AC6376224F5A}" destId="{164AF585-6BE1-4018-90EC-7EF0652FC6CA}" srcOrd="11" destOrd="0" presId="urn:microsoft.com/office/officeart/2005/8/layout/cycle8"/>
    <dgm:cxn modelId="{E6908B58-7A5E-4E3F-B1A7-2886DA084C15}" type="presParOf" srcId="{ABE6184A-E12E-42E0-B789-AC6376224F5A}" destId="{239BA763-027E-4D05-B2C2-911282EF921B}" srcOrd="12" destOrd="0" presId="urn:microsoft.com/office/officeart/2005/8/layout/cycle8"/>
    <dgm:cxn modelId="{EB7F9CE1-3FC1-4C39-979B-09399279CC76}" type="presParOf" srcId="{ABE6184A-E12E-42E0-B789-AC6376224F5A}" destId="{03696197-5311-462B-A315-512DCFF0B277}" srcOrd="13" destOrd="0" presId="urn:microsoft.com/office/officeart/2005/8/layout/cycle8"/>
    <dgm:cxn modelId="{FA4DFBEE-8C40-44CE-A388-9AEE6A86CBCE}" type="presParOf" srcId="{ABE6184A-E12E-42E0-B789-AC6376224F5A}" destId="{15263888-84B4-4576-8FC0-8DD536ABF0EF}" srcOrd="14" destOrd="0" presId="urn:microsoft.com/office/officeart/2005/8/layout/cycle8"/>
    <dgm:cxn modelId="{2AB857D3-AFE6-4CE0-B069-D760CDBD77E8}" type="presParOf" srcId="{ABE6184A-E12E-42E0-B789-AC6376224F5A}" destId="{30ADF6EA-F202-4773-A431-58CDC5D4C626}" srcOrd="15" destOrd="0" presId="urn:microsoft.com/office/officeart/2005/8/layout/cycle8"/>
    <dgm:cxn modelId="{EA95D363-A217-44F7-A86A-782DBBF36E57}" type="presParOf" srcId="{ABE6184A-E12E-42E0-B789-AC6376224F5A}" destId="{63175DA2-75F7-458E-9092-C2B869A478DB}" srcOrd="16" destOrd="0" presId="urn:microsoft.com/office/officeart/2005/8/layout/cycle8"/>
    <dgm:cxn modelId="{F105DD0D-8089-49C6-AFE5-06FB8F517F18}" type="presParOf" srcId="{ABE6184A-E12E-42E0-B789-AC6376224F5A}" destId="{BDD1425C-311D-4875-86F7-74693D971EC6}" srcOrd="17" destOrd="0" presId="urn:microsoft.com/office/officeart/2005/8/layout/cycle8"/>
    <dgm:cxn modelId="{F5FF3FA1-5FB3-49E4-AF49-71827E96B3AC}" type="presParOf" srcId="{ABE6184A-E12E-42E0-B789-AC6376224F5A}" destId="{7B6197F4-5585-4F36-A586-C56E8A6637D7}" srcOrd="18" destOrd="0" presId="urn:microsoft.com/office/officeart/2005/8/layout/cycle8"/>
    <dgm:cxn modelId="{8C79D848-874E-43CD-A37F-C6AAC4C1A71E}" type="presParOf" srcId="{ABE6184A-E12E-42E0-B789-AC6376224F5A}" destId="{8F4C16E4-B577-4281-8D08-FF110E4BA4E9}" srcOrd="19" destOrd="0" presId="urn:microsoft.com/office/officeart/2005/8/layout/cycle8"/>
    <dgm:cxn modelId="{E9724E57-0DB1-404C-B004-AC8A8EA6BA53}" type="presParOf" srcId="{ABE6184A-E12E-42E0-B789-AC6376224F5A}" destId="{FE54265D-BCAC-4402-B3EA-326017DF0C22}" srcOrd="20" destOrd="0" presId="urn:microsoft.com/office/officeart/2005/8/layout/cycle8"/>
    <dgm:cxn modelId="{BB402CD5-EAC3-4C43-9AAF-9FDB1C690359}" type="presParOf" srcId="{ABE6184A-E12E-42E0-B789-AC6376224F5A}" destId="{72AF0FD9-59A3-4E42-AF08-033FC3C03128}" srcOrd="21" destOrd="0" presId="urn:microsoft.com/office/officeart/2005/8/layout/cycle8"/>
    <dgm:cxn modelId="{1EDF9E75-A30C-4749-B733-5BF7F900E88C}" type="presParOf" srcId="{ABE6184A-E12E-42E0-B789-AC6376224F5A}" destId="{F023D926-0266-49FE-8CCE-63677109230C}" srcOrd="22" destOrd="0" presId="urn:microsoft.com/office/officeart/2005/8/layout/cycle8"/>
    <dgm:cxn modelId="{391B94A5-2C21-4D77-8E7F-A54FF4DCE9AE}" type="presParOf" srcId="{ABE6184A-E12E-42E0-B789-AC6376224F5A}" destId="{A78FC1D5-7616-4F1B-9CBC-7D30DC6ED1A3}" srcOrd="23" destOrd="0" presId="urn:microsoft.com/office/officeart/2005/8/layout/cycle8"/>
    <dgm:cxn modelId="{137938CD-2F64-475A-87EA-5E93320B3DC1}" type="presParOf" srcId="{ABE6184A-E12E-42E0-B789-AC6376224F5A}" destId="{EFF8C03D-0FA3-4412-80AB-6235050C3DB5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4FEF6-EFF4-4E12-A47F-AB28CE57C29C}">
      <dsp:nvSpPr>
        <dsp:cNvPr id="0" name=""/>
        <dsp:cNvSpPr/>
      </dsp:nvSpPr>
      <dsp:spPr>
        <a:xfrm rot="5400000">
          <a:off x="3621405" y="-1293891"/>
          <a:ext cx="1047750" cy="3901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Ambient Intelligence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Self Awareness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Automatic Proactive Control</a:t>
          </a:r>
          <a:endParaRPr lang="en-US" sz="1900" kern="1200" dirty="0"/>
        </a:p>
      </dsp:txBody>
      <dsp:txXfrm rot="-5400000">
        <a:off x="2194561" y="184100"/>
        <a:ext cx="3850293" cy="945456"/>
      </dsp:txXfrm>
    </dsp:sp>
    <dsp:sp modelId="{5F096CA9-5F2A-4F57-BA3D-09ABF6D804AC}">
      <dsp:nvSpPr>
        <dsp:cNvPr id="0" name=""/>
        <dsp:cNvSpPr/>
      </dsp:nvSpPr>
      <dsp:spPr>
        <a:xfrm>
          <a:off x="0" y="1984"/>
          <a:ext cx="2194560" cy="13096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Intelligence</a:t>
          </a:r>
          <a:endParaRPr lang="en-US" sz="2700" kern="1200" dirty="0"/>
        </a:p>
      </dsp:txBody>
      <dsp:txXfrm>
        <a:off x="63934" y="65918"/>
        <a:ext cx="2066692" cy="1181819"/>
      </dsp:txXfrm>
    </dsp:sp>
    <dsp:sp modelId="{D3041162-6EC4-4D6A-A881-86E413E46B38}">
      <dsp:nvSpPr>
        <dsp:cNvPr id="0" name=""/>
        <dsp:cNvSpPr/>
      </dsp:nvSpPr>
      <dsp:spPr>
        <a:xfrm rot="5400000">
          <a:off x="3621405" y="81279"/>
          <a:ext cx="1047750" cy="3901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Event-driven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Distributed Framework</a:t>
          </a:r>
          <a:endParaRPr lang="en-US" sz="1900" kern="1200" dirty="0"/>
        </a:p>
      </dsp:txBody>
      <dsp:txXfrm rot="-5400000">
        <a:off x="2194561" y="1559271"/>
        <a:ext cx="3850293" cy="945456"/>
      </dsp:txXfrm>
    </dsp:sp>
    <dsp:sp modelId="{80E72EFF-B55A-4E62-8B0A-836FF982C6D2}">
      <dsp:nvSpPr>
        <dsp:cNvPr id="0" name=""/>
        <dsp:cNvSpPr/>
      </dsp:nvSpPr>
      <dsp:spPr>
        <a:xfrm>
          <a:off x="0" y="1377156"/>
          <a:ext cx="2194560" cy="13096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Architecture</a:t>
          </a:r>
          <a:endParaRPr lang="en-US" sz="2700" kern="1200" dirty="0"/>
        </a:p>
      </dsp:txBody>
      <dsp:txXfrm>
        <a:off x="63934" y="1441090"/>
        <a:ext cx="2066692" cy="1181819"/>
      </dsp:txXfrm>
    </dsp:sp>
    <dsp:sp modelId="{37B9B845-8E8D-4EEC-BF76-9B7467AD1B24}">
      <dsp:nvSpPr>
        <dsp:cNvPr id="0" name=""/>
        <dsp:cNvSpPr/>
      </dsp:nvSpPr>
      <dsp:spPr>
        <a:xfrm rot="5400000">
          <a:off x="3621405" y="1456451"/>
          <a:ext cx="1047750" cy="3901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Constrained – Power, Space, Size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Embedded (device-side)</a:t>
          </a:r>
          <a:endParaRPr lang="en-US" sz="1900" kern="1200" dirty="0"/>
        </a:p>
      </dsp:txBody>
      <dsp:txXfrm rot="-5400000">
        <a:off x="2194561" y="2934443"/>
        <a:ext cx="3850293" cy="945456"/>
      </dsp:txXfrm>
    </dsp:sp>
    <dsp:sp modelId="{3A124E26-E413-48F8-A952-BC70FD4D2B46}">
      <dsp:nvSpPr>
        <dsp:cNvPr id="0" name=""/>
        <dsp:cNvSpPr/>
      </dsp:nvSpPr>
      <dsp:spPr>
        <a:xfrm>
          <a:off x="0" y="2752328"/>
          <a:ext cx="2194560" cy="13096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Manifests</a:t>
          </a:r>
          <a:endParaRPr lang="en-US" sz="2700" kern="1200" dirty="0"/>
        </a:p>
      </dsp:txBody>
      <dsp:txXfrm>
        <a:off x="63934" y="2816262"/>
        <a:ext cx="2066692" cy="1181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B30FD-D510-46B3-8E61-B80FB2789CD1}">
      <dsp:nvSpPr>
        <dsp:cNvPr id="0" name=""/>
        <dsp:cNvSpPr/>
      </dsp:nvSpPr>
      <dsp:spPr>
        <a:xfrm>
          <a:off x="1389075" y="251561"/>
          <a:ext cx="3413760" cy="3413760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Safety</a:t>
          </a:r>
          <a:endParaRPr lang="en-US" sz="1400" kern="1200" dirty="0"/>
        </a:p>
      </dsp:txBody>
      <dsp:txXfrm>
        <a:off x="3169920" y="825398"/>
        <a:ext cx="1097280" cy="731520"/>
      </dsp:txXfrm>
    </dsp:sp>
    <dsp:sp modelId="{5E68445A-B535-4C38-A6A3-198AEB4EF4ED}">
      <dsp:nvSpPr>
        <dsp:cNvPr id="0" name=""/>
        <dsp:cNvSpPr/>
      </dsp:nvSpPr>
      <dsp:spPr>
        <a:xfrm>
          <a:off x="1418336" y="342595"/>
          <a:ext cx="3413760" cy="3413760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Privacy</a:t>
          </a:r>
          <a:endParaRPr lang="en-US" sz="1400" kern="1200" dirty="0"/>
        </a:p>
      </dsp:txBody>
      <dsp:txXfrm>
        <a:off x="3616960" y="1902358"/>
        <a:ext cx="1016000" cy="812800"/>
      </dsp:txXfrm>
    </dsp:sp>
    <dsp:sp modelId="{2E713507-F3DF-4C91-B268-C2D218AD44A6}">
      <dsp:nvSpPr>
        <dsp:cNvPr id="0" name=""/>
        <dsp:cNvSpPr/>
      </dsp:nvSpPr>
      <dsp:spPr>
        <a:xfrm>
          <a:off x="1341119" y="398678"/>
          <a:ext cx="3413760" cy="3413760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Environment</a:t>
          </a:r>
          <a:endParaRPr lang="en-US" sz="1400" kern="1200" dirty="0"/>
        </a:p>
      </dsp:txBody>
      <dsp:txXfrm>
        <a:off x="2560320" y="2796438"/>
        <a:ext cx="975360" cy="894080"/>
      </dsp:txXfrm>
    </dsp:sp>
    <dsp:sp modelId="{239BA763-027E-4D05-B2C2-911282EF921B}">
      <dsp:nvSpPr>
        <dsp:cNvPr id="0" name=""/>
        <dsp:cNvSpPr/>
      </dsp:nvSpPr>
      <dsp:spPr>
        <a:xfrm>
          <a:off x="1263904" y="342595"/>
          <a:ext cx="3413760" cy="3413760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Design</a:t>
          </a:r>
          <a:endParaRPr lang="en-US" sz="1400" kern="1200" dirty="0"/>
        </a:p>
      </dsp:txBody>
      <dsp:txXfrm>
        <a:off x="1463040" y="1902358"/>
        <a:ext cx="1016000" cy="812800"/>
      </dsp:txXfrm>
    </dsp:sp>
    <dsp:sp modelId="{63175DA2-75F7-458E-9092-C2B869A478DB}">
      <dsp:nvSpPr>
        <dsp:cNvPr id="0" name=""/>
        <dsp:cNvSpPr/>
      </dsp:nvSpPr>
      <dsp:spPr>
        <a:xfrm>
          <a:off x="1293164" y="251561"/>
          <a:ext cx="3413760" cy="3413760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Autonomy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&amp;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Control</a:t>
          </a:r>
          <a:endParaRPr lang="en-US" sz="1400" kern="1200"/>
        </a:p>
      </dsp:txBody>
      <dsp:txXfrm>
        <a:off x="1828800" y="825398"/>
        <a:ext cx="1097280" cy="731520"/>
      </dsp:txXfrm>
    </dsp:sp>
    <dsp:sp modelId="{FE54265D-BCAC-4402-B3EA-326017DF0C22}">
      <dsp:nvSpPr>
        <dsp:cNvPr id="0" name=""/>
        <dsp:cNvSpPr/>
      </dsp:nvSpPr>
      <dsp:spPr>
        <a:xfrm>
          <a:off x="1177586" y="40233"/>
          <a:ext cx="3836416" cy="3836416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2AF0FD9-59A3-4E42-AF08-033FC3C03128}">
      <dsp:nvSpPr>
        <dsp:cNvPr id="0" name=""/>
        <dsp:cNvSpPr/>
      </dsp:nvSpPr>
      <dsp:spPr>
        <a:xfrm>
          <a:off x="1207243" y="131237"/>
          <a:ext cx="3836416" cy="3836416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023D926-0266-49FE-8CCE-63677109230C}">
      <dsp:nvSpPr>
        <dsp:cNvPr id="0" name=""/>
        <dsp:cNvSpPr/>
      </dsp:nvSpPr>
      <dsp:spPr>
        <a:xfrm>
          <a:off x="1129792" y="187491"/>
          <a:ext cx="3836416" cy="3836416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78FC1D5-7616-4F1B-9CBC-7D30DC6ED1A3}">
      <dsp:nvSpPr>
        <dsp:cNvPr id="0" name=""/>
        <dsp:cNvSpPr/>
      </dsp:nvSpPr>
      <dsp:spPr>
        <a:xfrm>
          <a:off x="1052340" y="131237"/>
          <a:ext cx="3836416" cy="3836416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FF8C03D-0FA3-4412-80AB-6235050C3DB5}">
      <dsp:nvSpPr>
        <dsp:cNvPr id="0" name=""/>
        <dsp:cNvSpPr/>
      </dsp:nvSpPr>
      <dsp:spPr>
        <a:xfrm>
          <a:off x="1081997" y="40233"/>
          <a:ext cx="3836416" cy="3836416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hueMod val="100000"/>
                <a:satMod val="200000"/>
                <a:lumMod val="8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ln>
          <a:noFil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D9E70-E8B6-4212-B928-85C12B03E15E}" type="datetimeFigureOut">
              <a:rPr lang="en-IN" smtClean="0"/>
              <a:t>22-07-2015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C21C6-71A6-4483-B46D-2FB31AC57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3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C21C6-71A6-4483-B46D-2FB31AC575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075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7587F5-E2F2-416E-9046-59D73810A43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7587F5-E2F2-416E-9046-59D73810A43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7587F5-E2F2-416E-9046-59D73810A43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4424-83AB-4BE7-9662-C7F193DD6256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A7F-4BD1-4F23-A52E-6838B9B79B58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B92F-25BE-43D5-8498-2DDEDC2AA4D3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1C14C-A8D3-4480-995D-15F24CC68D18}" type="datetime1">
              <a:rPr lang="en-IN" smtClean="0"/>
              <a:t>22-07-2015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9A08-A805-46D9-B4F2-04657224CFAD}" type="datetime1">
              <a:rPr lang="en-IN" smtClean="0"/>
              <a:t>22-07-2015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C3C8-0B94-4FDF-9C0D-283423A82DDE}" type="datetime1">
              <a:rPr lang="en-IN" smtClean="0"/>
              <a:t>22-07-2015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354B-E586-4060-8C08-DF8D298105BD}" type="datetime1">
              <a:rPr lang="en-IN" smtClean="0"/>
              <a:t>22-07-2015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B30D-D8DF-4F24-924F-75AA455F7177}" type="datetime1">
              <a:rPr lang="en-IN" smtClean="0"/>
              <a:t>22-07-2015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62A0-83F8-4989-A4D1-201D89B24D8E}" type="datetime1">
              <a:rPr lang="en-IN" smtClean="0"/>
              <a:t>22-07-2015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0FCC5-4709-4404-8364-3CD542861F4E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3943-297D-4087-8520-595C753CE36C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884625D9-6772-4FA6-96AA-3BF4D12B1874}" type="datetime1">
              <a:rPr lang="en-IN" smtClean="0"/>
              <a:t>22-07-2015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A0D73FB-405C-4787-A971-458272829F4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Ravindra\I O T\Images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1"/>
            <a:ext cx="7696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BICARD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66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685800"/>
            <a:ext cx="7620000" cy="8382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Internet Revolution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pic>
        <p:nvPicPr>
          <p:cNvPr id="2050" name="Picture 2" descr="C:\Users\Admin\Desktop\I O T\Pictur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09750"/>
            <a:ext cx="8305799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95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33400"/>
            <a:ext cx="8229600" cy="82389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Internet Usage and Population Statistics</a:t>
            </a:r>
          </a:p>
        </p:txBody>
      </p:sp>
      <p:pic>
        <p:nvPicPr>
          <p:cNvPr id="6" name="Content Placeholder 5" descr="Internet-of-Things-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1600201"/>
            <a:ext cx="7571128" cy="4267200"/>
          </a:xfr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98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538" y="498360"/>
            <a:ext cx="6781800" cy="1028688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The Internet of Things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01752" y="2362200"/>
            <a:ext cx="4341686" cy="361646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lvl="0" indent="-274320" algn="just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</a:rPr>
              <a:t>The term Internet of Things was first used by </a:t>
            </a:r>
            <a:r>
              <a:rPr lang="en-US" sz="2400" dirty="0">
                <a:solidFill>
                  <a:srgbClr val="FF0000"/>
                </a:solidFill>
              </a:rPr>
              <a:t>Kevin Ashton </a:t>
            </a:r>
            <a:r>
              <a:rPr lang="en-US" sz="2400" dirty="0">
                <a:solidFill>
                  <a:schemeClr val="tx2"/>
                </a:solidFill>
              </a:rPr>
              <a:t>in 1999.</a:t>
            </a:r>
          </a:p>
          <a:p>
            <a:pPr marL="274320" lvl="0" indent="-274320" algn="just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tx2"/>
              </a:solidFill>
            </a:endParaRPr>
          </a:p>
          <a:p>
            <a:pPr marL="274320" lvl="0" indent="-274320" algn="just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</a:rPr>
              <a:t>Refers to uniquely identifiable objects (things) and their </a:t>
            </a:r>
            <a:r>
              <a:rPr lang="en-US" sz="2400" b="1" dirty="0">
                <a:solidFill>
                  <a:srgbClr val="FF0000"/>
                </a:solidFill>
              </a:rPr>
              <a:t>virtual representations</a:t>
            </a:r>
            <a:r>
              <a:rPr lang="en-US" sz="2400" dirty="0">
                <a:solidFill>
                  <a:schemeClr val="tx2"/>
                </a:solidFill>
              </a:rPr>
              <a:t> in an </a:t>
            </a:r>
            <a:r>
              <a:rPr lang="en-US" sz="2400" dirty="0">
                <a:solidFill>
                  <a:srgbClr val="FF0000"/>
                </a:solidFill>
              </a:rPr>
              <a:t>Internet-like structure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4" name="Picture 3" descr="the-internet-of-th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820261"/>
            <a:ext cx="3857632" cy="2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562" y="523052"/>
            <a:ext cx="6781800" cy="834246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Characteristics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Freeform 2"/>
          <p:cNvSpPr>
            <a:spLocks noEditPoints="1"/>
          </p:cNvSpPr>
          <p:nvPr/>
        </p:nvSpPr>
        <p:spPr bwMode="gray">
          <a:xfrm rot="20241944">
            <a:off x="1440653" y="2020261"/>
            <a:ext cx="6853237" cy="2803525"/>
          </a:xfrm>
          <a:custGeom>
            <a:avLst/>
            <a:gdLst/>
            <a:ahLst/>
            <a:cxnLst>
              <a:cxn ang="0">
                <a:pos x="1692" y="12"/>
              </a:cxn>
              <a:cxn ang="0">
                <a:pos x="1234" y="74"/>
              </a:cxn>
              <a:cxn ang="0">
                <a:pos x="828" y="182"/>
              </a:cxn>
              <a:cxn ang="0">
                <a:pos x="486" y="330"/>
              </a:cxn>
              <a:cxn ang="0">
                <a:pos x="226" y="510"/>
              </a:cxn>
              <a:cxn ang="0">
                <a:pos x="58" y="718"/>
              </a:cxn>
              <a:cxn ang="0">
                <a:pos x="0" y="944"/>
              </a:cxn>
              <a:cxn ang="0">
                <a:pos x="58" y="1170"/>
              </a:cxn>
              <a:cxn ang="0">
                <a:pos x="226" y="1378"/>
              </a:cxn>
              <a:cxn ang="0">
                <a:pos x="486" y="1558"/>
              </a:cxn>
              <a:cxn ang="0">
                <a:pos x="828" y="1706"/>
              </a:cxn>
              <a:cxn ang="0">
                <a:pos x="1234" y="1814"/>
              </a:cxn>
              <a:cxn ang="0">
                <a:pos x="1692" y="1876"/>
              </a:cxn>
              <a:cxn ang="0">
                <a:pos x="2186" y="1884"/>
              </a:cxn>
              <a:cxn ang="0">
                <a:pos x="2658" y="1840"/>
              </a:cxn>
              <a:cxn ang="0">
                <a:pos x="3084" y="1746"/>
              </a:cxn>
              <a:cxn ang="0">
                <a:pos x="3448" y="1612"/>
              </a:cxn>
              <a:cxn ang="0">
                <a:pos x="3738" y="1442"/>
              </a:cxn>
              <a:cxn ang="0">
                <a:pos x="3938" y="1242"/>
              </a:cxn>
              <a:cxn ang="0">
                <a:pos x="4034" y="1022"/>
              </a:cxn>
              <a:cxn ang="0">
                <a:pos x="4014" y="790"/>
              </a:cxn>
              <a:cxn ang="0">
                <a:pos x="3882" y="576"/>
              </a:cxn>
              <a:cxn ang="0">
                <a:pos x="3650" y="386"/>
              </a:cxn>
              <a:cxn ang="0">
                <a:pos x="3334" y="228"/>
              </a:cxn>
              <a:cxn ang="0">
                <a:pos x="2948" y="106"/>
              </a:cxn>
              <a:cxn ang="0">
                <a:pos x="2506" y="28"/>
              </a:cxn>
              <a:cxn ang="0">
                <a:pos x="2020" y="0"/>
              </a:cxn>
              <a:cxn ang="0">
                <a:pos x="1606" y="1736"/>
              </a:cxn>
              <a:cxn ang="0">
                <a:pos x="1164" y="1678"/>
              </a:cxn>
              <a:cxn ang="0">
                <a:pos x="776" y="1576"/>
              </a:cxn>
              <a:cxn ang="0">
                <a:pos x="458" y="1436"/>
              </a:cxn>
              <a:cxn ang="0">
                <a:pos x="224" y="1266"/>
              </a:cxn>
              <a:cxn ang="0">
                <a:pos x="88" y="1074"/>
              </a:cxn>
              <a:cxn ang="0">
                <a:pos x="68" y="864"/>
              </a:cxn>
              <a:cxn ang="0">
                <a:pos x="166" y="664"/>
              </a:cxn>
              <a:cxn ang="0">
                <a:pos x="370" y="486"/>
              </a:cxn>
              <a:cxn ang="0">
                <a:pos x="662" y="336"/>
              </a:cxn>
              <a:cxn ang="0">
                <a:pos x="1028" y="222"/>
              </a:cxn>
              <a:cxn ang="0">
                <a:pos x="1454" y="148"/>
              </a:cxn>
              <a:cxn ang="0">
                <a:pos x="1922" y="120"/>
              </a:cxn>
              <a:cxn ang="0">
                <a:pos x="2392" y="148"/>
              </a:cxn>
              <a:cxn ang="0">
                <a:pos x="2818" y="222"/>
              </a:cxn>
              <a:cxn ang="0">
                <a:pos x="3184" y="336"/>
              </a:cxn>
              <a:cxn ang="0">
                <a:pos x="3476" y="486"/>
              </a:cxn>
              <a:cxn ang="0">
                <a:pos x="3680" y="664"/>
              </a:cxn>
              <a:cxn ang="0">
                <a:pos x="3778" y="864"/>
              </a:cxn>
              <a:cxn ang="0">
                <a:pos x="3758" y="1074"/>
              </a:cxn>
              <a:cxn ang="0">
                <a:pos x="3622" y="1266"/>
              </a:cxn>
              <a:cxn ang="0">
                <a:pos x="3388" y="1436"/>
              </a:cxn>
              <a:cxn ang="0">
                <a:pos x="3070" y="1576"/>
              </a:cxn>
              <a:cxn ang="0">
                <a:pos x="2682" y="1678"/>
              </a:cxn>
              <a:cxn ang="0">
                <a:pos x="2240" y="1736"/>
              </a:cxn>
            </a:cxnLst>
            <a:rect l="0" t="0" r="r" b="b"/>
            <a:pathLst>
              <a:path w="4040" h="1888">
                <a:moveTo>
                  <a:pt x="2020" y="0"/>
                </a:moveTo>
                <a:lnTo>
                  <a:pt x="1854" y="4"/>
                </a:lnTo>
                <a:lnTo>
                  <a:pt x="1692" y="12"/>
                </a:lnTo>
                <a:lnTo>
                  <a:pt x="1534" y="28"/>
                </a:lnTo>
                <a:lnTo>
                  <a:pt x="1382" y="48"/>
                </a:lnTo>
                <a:lnTo>
                  <a:pt x="1234" y="74"/>
                </a:lnTo>
                <a:lnTo>
                  <a:pt x="1092" y="106"/>
                </a:lnTo>
                <a:lnTo>
                  <a:pt x="956" y="142"/>
                </a:lnTo>
                <a:lnTo>
                  <a:pt x="828" y="182"/>
                </a:lnTo>
                <a:lnTo>
                  <a:pt x="706" y="228"/>
                </a:lnTo>
                <a:lnTo>
                  <a:pt x="592" y="276"/>
                </a:lnTo>
                <a:lnTo>
                  <a:pt x="486" y="330"/>
                </a:lnTo>
                <a:lnTo>
                  <a:pt x="390" y="386"/>
                </a:lnTo>
                <a:lnTo>
                  <a:pt x="302" y="446"/>
                </a:lnTo>
                <a:lnTo>
                  <a:pt x="226" y="510"/>
                </a:lnTo>
                <a:lnTo>
                  <a:pt x="158" y="576"/>
                </a:lnTo>
                <a:lnTo>
                  <a:pt x="102" y="646"/>
                </a:lnTo>
                <a:lnTo>
                  <a:pt x="58" y="718"/>
                </a:lnTo>
                <a:lnTo>
                  <a:pt x="26" y="790"/>
                </a:lnTo>
                <a:lnTo>
                  <a:pt x="6" y="866"/>
                </a:lnTo>
                <a:lnTo>
                  <a:pt x="0" y="944"/>
                </a:lnTo>
                <a:lnTo>
                  <a:pt x="6" y="1022"/>
                </a:lnTo>
                <a:lnTo>
                  <a:pt x="26" y="1098"/>
                </a:lnTo>
                <a:lnTo>
                  <a:pt x="58" y="1170"/>
                </a:lnTo>
                <a:lnTo>
                  <a:pt x="102" y="1242"/>
                </a:lnTo>
                <a:lnTo>
                  <a:pt x="158" y="1312"/>
                </a:lnTo>
                <a:lnTo>
                  <a:pt x="226" y="1378"/>
                </a:lnTo>
                <a:lnTo>
                  <a:pt x="302" y="1442"/>
                </a:lnTo>
                <a:lnTo>
                  <a:pt x="390" y="1502"/>
                </a:lnTo>
                <a:lnTo>
                  <a:pt x="486" y="1558"/>
                </a:lnTo>
                <a:lnTo>
                  <a:pt x="592" y="1612"/>
                </a:lnTo>
                <a:lnTo>
                  <a:pt x="706" y="1660"/>
                </a:lnTo>
                <a:lnTo>
                  <a:pt x="828" y="1706"/>
                </a:lnTo>
                <a:lnTo>
                  <a:pt x="956" y="1746"/>
                </a:lnTo>
                <a:lnTo>
                  <a:pt x="1092" y="1782"/>
                </a:lnTo>
                <a:lnTo>
                  <a:pt x="1234" y="1814"/>
                </a:lnTo>
                <a:lnTo>
                  <a:pt x="1382" y="1840"/>
                </a:lnTo>
                <a:lnTo>
                  <a:pt x="1534" y="1860"/>
                </a:lnTo>
                <a:lnTo>
                  <a:pt x="1692" y="1876"/>
                </a:lnTo>
                <a:lnTo>
                  <a:pt x="1854" y="1884"/>
                </a:lnTo>
                <a:lnTo>
                  <a:pt x="2020" y="1888"/>
                </a:lnTo>
                <a:lnTo>
                  <a:pt x="2186" y="1884"/>
                </a:lnTo>
                <a:lnTo>
                  <a:pt x="2348" y="1876"/>
                </a:lnTo>
                <a:lnTo>
                  <a:pt x="2506" y="1860"/>
                </a:lnTo>
                <a:lnTo>
                  <a:pt x="2658" y="1840"/>
                </a:lnTo>
                <a:lnTo>
                  <a:pt x="2806" y="1814"/>
                </a:lnTo>
                <a:lnTo>
                  <a:pt x="2948" y="1782"/>
                </a:lnTo>
                <a:lnTo>
                  <a:pt x="3084" y="1746"/>
                </a:lnTo>
                <a:lnTo>
                  <a:pt x="3212" y="1706"/>
                </a:lnTo>
                <a:lnTo>
                  <a:pt x="3334" y="1660"/>
                </a:lnTo>
                <a:lnTo>
                  <a:pt x="3448" y="1612"/>
                </a:lnTo>
                <a:lnTo>
                  <a:pt x="3554" y="1558"/>
                </a:lnTo>
                <a:lnTo>
                  <a:pt x="3650" y="1502"/>
                </a:lnTo>
                <a:lnTo>
                  <a:pt x="3738" y="1442"/>
                </a:lnTo>
                <a:lnTo>
                  <a:pt x="3814" y="1378"/>
                </a:lnTo>
                <a:lnTo>
                  <a:pt x="3882" y="1312"/>
                </a:lnTo>
                <a:lnTo>
                  <a:pt x="3938" y="1242"/>
                </a:lnTo>
                <a:lnTo>
                  <a:pt x="3982" y="1170"/>
                </a:lnTo>
                <a:lnTo>
                  <a:pt x="4014" y="1098"/>
                </a:lnTo>
                <a:lnTo>
                  <a:pt x="4034" y="1022"/>
                </a:lnTo>
                <a:lnTo>
                  <a:pt x="4040" y="944"/>
                </a:lnTo>
                <a:lnTo>
                  <a:pt x="4034" y="866"/>
                </a:lnTo>
                <a:lnTo>
                  <a:pt x="4014" y="790"/>
                </a:lnTo>
                <a:lnTo>
                  <a:pt x="3982" y="718"/>
                </a:lnTo>
                <a:lnTo>
                  <a:pt x="3938" y="646"/>
                </a:lnTo>
                <a:lnTo>
                  <a:pt x="3882" y="576"/>
                </a:lnTo>
                <a:lnTo>
                  <a:pt x="3814" y="510"/>
                </a:lnTo>
                <a:lnTo>
                  <a:pt x="3738" y="446"/>
                </a:lnTo>
                <a:lnTo>
                  <a:pt x="3650" y="386"/>
                </a:lnTo>
                <a:lnTo>
                  <a:pt x="3554" y="330"/>
                </a:lnTo>
                <a:lnTo>
                  <a:pt x="3448" y="276"/>
                </a:lnTo>
                <a:lnTo>
                  <a:pt x="3334" y="228"/>
                </a:lnTo>
                <a:lnTo>
                  <a:pt x="3212" y="182"/>
                </a:lnTo>
                <a:lnTo>
                  <a:pt x="3084" y="142"/>
                </a:lnTo>
                <a:lnTo>
                  <a:pt x="2948" y="106"/>
                </a:lnTo>
                <a:lnTo>
                  <a:pt x="2806" y="74"/>
                </a:lnTo>
                <a:lnTo>
                  <a:pt x="2658" y="48"/>
                </a:lnTo>
                <a:lnTo>
                  <a:pt x="2506" y="28"/>
                </a:lnTo>
                <a:lnTo>
                  <a:pt x="2348" y="12"/>
                </a:lnTo>
                <a:lnTo>
                  <a:pt x="2186" y="4"/>
                </a:lnTo>
                <a:lnTo>
                  <a:pt x="2020" y="0"/>
                </a:lnTo>
                <a:close/>
                <a:moveTo>
                  <a:pt x="1922" y="1748"/>
                </a:moveTo>
                <a:lnTo>
                  <a:pt x="1762" y="1746"/>
                </a:lnTo>
                <a:lnTo>
                  <a:pt x="1606" y="1736"/>
                </a:lnTo>
                <a:lnTo>
                  <a:pt x="1454" y="1722"/>
                </a:lnTo>
                <a:lnTo>
                  <a:pt x="1306" y="1702"/>
                </a:lnTo>
                <a:lnTo>
                  <a:pt x="1164" y="1678"/>
                </a:lnTo>
                <a:lnTo>
                  <a:pt x="1028" y="1648"/>
                </a:lnTo>
                <a:lnTo>
                  <a:pt x="898" y="1614"/>
                </a:lnTo>
                <a:lnTo>
                  <a:pt x="776" y="1576"/>
                </a:lnTo>
                <a:lnTo>
                  <a:pt x="662" y="1532"/>
                </a:lnTo>
                <a:lnTo>
                  <a:pt x="554" y="1486"/>
                </a:lnTo>
                <a:lnTo>
                  <a:pt x="458" y="1436"/>
                </a:lnTo>
                <a:lnTo>
                  <a:pt x="370" y="1382"/>
                </a:lnTo>
                <a:lnTo>
                  <a:pt x="292" y="1326"/>
                </a:lnTo>
                <a:lnTo>
                  <a:pt x="224" y="1266"/>
                </a:lnTo>
                <a:lnTo>
                  <a:pt x="166" y="1204"/>
                </a:lnTo>
                <a:lnTo>
                  <a:pt x="122" y="1140"/>
                </a:lnTo>
                <a:lnTo>
                  <a:pt x="88" y="1074"/>
                </a:lnTo>
                <a:lnTo>
                  <a:pt x="68" y="1004"/>
                </a:lnTo>
                <a:lnTo>
                  <a:pt x="62" y="934"/>
                </a:lnTo>
                <a:lnTo>
                  <a:pt x="68" y="864"/>
                </a:lnTo>
                <a:lnTo>
                  <a:pt x="88" y="796"/>
                </a:lnTo>
                <a:lnTo>
                  <a:pt x="122" y="730"/>
                </a:lnTo>
                <a:lnTo>
                  <a:pt x="166" y="664"/>
                </a:lnTo>
                <a:lnTo>
                  <a:pt x="224" y="602"/>
                </a:lnTo>
                <a:lnTo>
                  <a:pt x="292" y="544"/>
                </a:lnTo>
                <a:lnTo>
                  <a:pt x="370" y="486"/>
                </a:lnTo>
                <a:lnTo>
                  <a:pt x="458" y="434"/>
                </a:lnTo>
                <a:lnTo>
                  <a:pt x="554" y="382"/>
                </a:lnTo>
                <a:lnTo>
                  <a:pt x="662" y="336"/>
                </a:lnTo>
                <a:lnTo>
                  <a:pt x="776" y="294"/>
                </a:lnTo>
                <a:lnTo>
                  <a:pt x="898" y="256"/>
                </a:lnTo>
                <a:lnTo>
                  <a:pt x="1028" y="222"/>
                </a:lnTo>
                <a:lnTo>
                  <a:pt x="1164" y="192"/>
                </a:lnTo>
                <a:lnTo>
                  <a:pt x="1306" y="166"/>
                </a:lnTo>
                <a:lnTo>
                  <a:pt x="1454" y="148"/>
                </a:lnTo>
                <a:lnTo>
                  <a:pt x="1606" y="132"/>
                </a:lnTo>
                <a:lnTo>
                  <a:pt x="1762" y="124"/>
                </a:lnTo>
                <a:lnTo>
                  <a:pt x="1922" y="120"/>
                </a:lnTo>
                <a:lnTo>
                  <a:pt x="2084" y="124"/>
                </a:lnTo>
                <a:lnTo>
                  <a:pt x="2240" y="132"/>
                </a:lnTo>
                <a:lnTo>
                  <a:pt x="2392" y="148"/>
                </a:lnTo>
                <a:lnTo>
                  <a:pt x="2540" y="166"/>
                </a:lnTo>
                <a:lnTo>
                  <a:pt x="2682" y="192"/>
                </a:lnTo>
                <a:lnTo>
                  <a:pt x="2818" y="222"/>
                </a:lnTo>
                <a:lnTo>
                  <a:pt x="2948" y="256"/>
                </a:lnTo>
                <a:lnTo>
                  <a:pt x="3070" y="294"/>
                </a:lnTo>
                <a:lnTo>
                  <a:pt x="3184" y="336"/>
                </a:lnTo>
                <a:lnTo>
                  <a:pt x="3292" y="382"/>
                </a:lnTo>
                <a:lnTo>
                  <a:pt x="3388" y="434"/>
                </a:lnTo>
                <a:lnTo>
                  <a:pt x="3476" y="486"/>
                </a:lnTo>
                <a:lnTo>
                  <a:pt x="3554" y="544"/>
                </a:lnTo>
                <a:lnTo>
                  <a:pt x="3622" y="602"/>
                </a:lnTo>
                <a:lnTo>
                  <a:pt x="3680" y="664"/>
                </a:lnTo>
                <a:lnTo>
                  <a:pt x="3724" y="730"/>
                </a:lnTo>
                <a:lnTo>
                  <a:pt x="3758" y="796"/>
                </a:lnTo>
                <a:lnTo>
                  <a:pt x="3778" y="864"/>
                </a:lnTo>
                <a:lnTo>
                  <a:pt x="3784" y="934"/>
                </a:lnTo>
                <a:lnTo>
                  <a:pt x="3778" y="1004"/>
                </a:lnTo>
                <a:lnTo>
                  <a:pt x="3758" y="1074"/>
                </a:lnTo>
                <a:lnTo>
                  <a:pt x="3724" y="1140"/>
                </a:lnTo>
                <a:lnTo>
                  <a:pt x="3680" y="1204"/>
                </a:lnTo>
                <a:lnTo>
                  <a:pt x="3622" y="1266"/>
                </a:lnTo>
                <a:lnTo>
                  <a:pt x="3554" y="1326"/>
                </a:lnTo>
                <a:lnTo>
                  <a:pt x="3476" y="1382"/>
                </a:lnTo>
                <a:lnTo>
                  <a:pt x="3388" y="1436"/>
                </a:lnTo>
                <a:lnTo>
                  <a:pt x="3292" y="1486"/>
                </a:lnTo>
                <a:lnTo>
                  <a:pt x="3184" y="1532"/>
                </a:lnTo>
                <a:lnTo>
                  <a:pt x="3070" y="1576"/>
                </a:lnTo>
                <a:lnTo>
                  <a:pt x="2948" y="1614"/>
                </a:lnTo>
                <a:lnTo>
                  <a:pt x="2818" y="1648"/>
                </a:lnTo>
                <a:lnTo>
                  <a:pt x="2682" y="1678"/>
                </a:lnTo>
                <a:lnTo>
                  <a:pt x="2540" y="1702"/>
                </a:lnTo>
                <a:lnTo>
                  <a:pt x="2392" y="1722"/>
                </a:lnTo>
                <a:lnTo>
                  <a:pt x="2240" y="1736"/>
                </a:lnTo>
                <a:lnTo>
                  <a:pt x="2084" y="1746"/>
                </a:lnTo>
                <a:lnTo>
                  <a:pt x="1922" y="1748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gamma/>
                  <a:tint val="9412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ltGray">
          <a:xfrm rot="20056323">
            <a:off x="4657722" y="2144698"/>
            <a:ext cx="12954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ltGray">
          <a:xfrm rot="20056323">
            <a:off x="7115172" y="2043098"/>
            <a:ext cx="10668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ltGray">
          <a:xfrm rot="20056323">
            <a:off x="3065460" y="5378436"/>
            <a:ext cx="11430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ltGray">
          <a:xfrm rot="20056323">
            <a:off x="5800722" y="4735498"/>
            <a:ext cx="12954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ltGray">
          <a:xfrm rot="20056323">
            <a:off x="2143122" y="3668698"/>
            <a:ext cx="12954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gray">
          <a:xfrm>
            <a:off x="4143372" y="1357298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ea typeface="宋体" pitchFamily="2" charset="-122"/>
            </a:endParaRP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gray">
          <a:xfrm>
            <a:off x="1628772" y="2881298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31373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ea typeface="宋体" pitchFamily="2" charset="-122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gray">
          <a:xfrm>
            <a:off x="2505525" y="4746379"/>
            <a:ext cx="1282700" cy="1274762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35686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ea typeface="宋体" pitchFamily="2" charset="-122"/>
            </a:endParaRP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gray">
          <a:xfrm>
            <a:off x="5312926" y="4181324"/>
            <a:ext cx="1284288" cy="1274763"/>
          </a:xfrm>
          <a:prstGeom prst="ellipse">
            <a:avLst/>
          </a:prstGeom>
          <a:gradFill rotWithShape="1">
            <a:gsLst>
              <a:gs pos="0">
                <a:srgbClr val="D476D6"/>
              </a:gs>
              <a:gs pos="100000">
                <a:srgbClr val="5A325B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>
              <a:ea typeface="宋体" pitchFamily="2" charset="-122"/>
            </a:endParaRPr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gray">
          <a:xfrm>
            <a:off x="7115172" y="1826657"/>
            <a:ext cx="1212850" cy="1274763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ea typeface="宋体" pitchFamily="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white">
          <a:xfrm>
            <a:off x="1781172" y="3186098"/>
            <a:ext cx="9429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latin typeface="Verdana" pitchFamily="34" charset="0"/>
                <a:ea typeface="宋体" pitchFamily="2" charset="-122"/>
              </a:rPr>
              <a:t>Event </a:t>
            </a:r>
          </a:p>
          <a:p>
            <a:pPr algn="ctr" eaLnBrk="0" hangingPunct="0"/>
            <a:r>
              <a:rPr lang="en-US" altLang="zh-CN">
                <a:latin typeface="Verdana" pitchFamily="34" charset="0"/>
                <a:ea typeface="宋体" pitchFamily="2" charset="-122"/>
              </a:rPr>
              <a:t>Driven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white">
          <a:xfrm>
            <a:off x="4017166" y="1675505"/>
            <a:ext cx="15367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Ambient </a:t>
            </a:r>
          </a:p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Intelligence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white">
          <a:xfrm>
            <a:off x="7088901" y="2140981"/>
            <a:ext cx="13509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Flexible </a:t>
            </a:r>
          </a:p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Structure 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white">
          <a:xfrm>
            <a:off x="5299141" y="4495648"/>
            <a:ext cx="13446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Semantic </a:t>
            </a:r>
          </a:p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Sharing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white">
          <a:xfrm>
            <a:off x="2162172" y="5133031"/>
            <a:ext cx="2057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dirty="0">
                <a:latin typeface="Verdana" pitchFamily="34" charset="0"/>
                <a:ea typeface="宋体" pitchFamily="2" charset="-122"/>
              </a:rPr>
              <a:t>Complex Access Technologies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3000372" y="3109898"/>
            <a:ext cx="3733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altLang="zh-CN" sz="2800" b="1" dirty="0">
                <a:ea typeface="宋体" charset="-122"/>
              </a:rPr>
              <a:t>Internet of Things</a:t>
            </a:r>
          </a:p>
        </p:txBody>
      </p:sp>
    </p:spTree>
    <p:extLst>
      <p:ext uri="{BB962C8B-B14F-4D97-AF65-F5344CB8AC3E}">
        <p14:creationId xmlns:p14="http://schemas.microsoft.com/office/powerpoint/2010/main" val="271828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56" y="685800"/>
            <a:ext cx="6781800" cy="788188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Enabling Technologies</a:t>
            </a:r>
          </a:p>
        </p:txBody>
      </p:sp>
      <p:sp>
        <p:nvSpPr>
          <p:cNvPr id="36" name="Footer Placeholder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grpSp>
        <p:nvGrpSpPr>
          <p:cNvPr id="3" name="Group 2"/>
          <p:cNvGrpSpPr/>
          <p:nvPr/>
        </p:nvGrpSpPr>
        <p:grpSpPr>
          <a:xfrm>
            <a:off x="1022956" y="2016084"/>
            <a:ext cx="6934200" cy="3886200"/>
            <a:chOff x="1054100" y="1752600"/>
            <a:chExt cx="6934200" cy="3886200"/>
          </a:xfrm>
        </p:grpSpPr>
        <p:sp>
          <p:nvSpPr>
            <p:cNvPr id="4" name="AutoShape 3"/>
            <p:cNvSpPr>
              <a:spLocks noChangeArrowheads="1"/>
            </p:cNvSpPr>
            <p:nvPr/>
          </p:nvSpPr>
          <p:spPr bwMode="auto">
            <a:xfrm>
              <a:off x="6311900" y="3048000"/>
              <a:ext cx="1676400" cy="2590800"/>
            </a:xfrm>
            <a:prstGeom prst="roundRect">
              <a:avLst>
                <a:gd name="adj" fmla="val 1374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4559300" y="3048000"/>
              <a:ext cx="1665288" cy="2590800"/>
            </a:xfrm>
            <a:prstGeom prst="roundRect">
              <a:avLst>
                <a:gd name="adj" fmla="val 1374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819400" y="3048000"/>
              <a:ext cx="1616075" cy="2590800"/>
            </a:xfrm>
            <a:prstGeom prst="roundRect">
              <a:avLst>
                <a:gd name="adj" fmla="val 1374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1054100" y="3048000"/>
              <a:ext cx="1676400" cy="2590800"/>
            </a:xfrm>
            <a:prstGeom prst="roundRect">
              <a:avLst>
                <a:gd name="adj" fmla="val 1374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1295400" y="1752600"/>
              <a:ext cx="6095999" cy="990600"/>
              <a:chOff x="624" y="1152"/>
              <a:chExt cx="4080" cy="720"/>
            </a:xfrm>
          </p:grpSpPr>
          <p:sp>
            <p:nvSpPr>
              <p:cNvPr id="17" name="Rectangle 8"/>
              <p:cNvSpPr>
                <a:spLocks noChangeArrowheads="1"/>
              </p:cNvSpPr>
              <p:nvPr/>
            </p:nvSpPr>
            <p:spPr bwMode="gray">
              <a:xfrm rot="3419336">
                <a:off x="624" y="1200"/>
                <a:ext cx="672" cy="672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tint val="73725"/>
                      <a:invGamma/>
                    </a:schemeClr>
                  </a:gs>
                </a:gsLst>
                <a:lin ang="5400000" scaled="1"/>
              </a:gra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0" lon="1500000" rev="0"/>
                </a:camera>
                <a:lightRig rig="legacyFlat4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zh-CN" altLang="en-US">
                  <a:ea typeface="宋体" pitchFamily="2" charset="-122"/>
                </a:endParaRPr>
              </a:p>
            </p:txBody>
          </p:sp>
          <p:grpSp>
            <p:nvGrpSpPr>
              <p:cNvPr id="18" name="Group 9"/>
              <p:cNvGrpSpPr>
                <a:grpSpLocks/>
              </p:cNvGrpSpPr>
              <p:nvPr/>
            </p:nvGrpSpPr>
            <p:grpSpPr bwMode="auto">
              <a:xfrm>
                <a:off x="1292" y="1296"/>
                <a:ext cx="623" cy="96"/>
                <a:chOff x="2003" y="3439"/>
                <a:chExt cx="468" cy="244"/>
              </a:xfrm>
            </p:grpSpPr>
            <p:sp>
              <p:nvSpPr>
                <p:cNvPr id="32" name="Oval 10"/>
                <p:cNvSpPr>
                  <a:spLocks noChangeArrowheads="1"/>
                </p:cNvSpPr>
                <p:nvPr/>
              </p:nvSpPr>
              <p:spPr bwMode="gray">
                <a:xfrm>
                  <a:off x="2003" y="3439"/>
                  <a:ext cx="79" cy="24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33" name="Rectangle 11"/>
                <p:cNvSpPr>
                  <a:spLocks noChangeArrowheads="1"/>
                </p:cNvSpPr>
                <p:nvPr/>
              </p:nvSpPr>
              <p:spPr bwMode="gray">
                <a:xfrm>
                  <a:off x="2048" y="3441"/>
                  <a:ext cx="388" cy="24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34" name="Oval 12"/>
                <p:cNvSpPr>
                  <a:spLocks noChangeArrowheads="1"/>
                </p:cNvSpPr>
                <p:nvPr/>
              </p:nvSpPr>
              <p:spPr bwMode="gray">
                <a:xfrm>
                  <a:off x="2400" y="3443"/>
                  <a:ext cx="71" cy="2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35" name="Oval 13"/>
                <p:cNvSpPr>
                  <a:spLocks noChangeArrowheads="1"/>
                </p:cNvSpPr>
                <p:nvPr/>
              </p:nvSpPr>
              <p:spPr bwMode="gray">
                <a:xfrm>
                  <a:off x="2439" y="3519"/>
                  <a:ext cx="20" cy="7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</p:grpSp>
          <p:sp>
            <p:nvSpPr>
              <p:cNvPr id="19" name="Rectangle 14"/>
              <p:cNvSpPr>
                <a:spLocks noChangeArrowheads="1"/>
              </p:cNvSpPr>
              <p:nvPr/>
            </p:nvSpPr>
            <p:spPr bwMode="gray">
              <a:xfrm rot="3419336">
                <a:off x="1776" y="1148"/>
                <a:ext cx="672" cy="680"/>
              </a:xfrm>
              <a:prstGeom prst="rect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72549"/>
                      <a:invGamma/>
                    </a:schemeClr>
                  </a:gs>
                </a:gsLst>
                <a:lin ang="5400000" scaled="1"/>
              </a:gra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0" lon="1500000" rev="0"/>
                </a:camera>
                <a:lightRig rig="legacyFlat4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2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zh-CN" altLang="en-US">
                  <a:ea typeface="宋体" pitchFamily="2" charset="-122"/>
                </a:endParaRPr>
              </a:p>
            </p:txBody>
          </p:sp>
          <p:grpSp>
            <p:nvGrpSpPr>
              <p:cNvPr id="20" name="Group 15"/>
              <p:cNvGrpSpPr>
                <a:grpSpLocks/>
              </p:cNvGrpSpPr>
              <p:nvPr/>
            </p:nvGrpSpPr>
            <p:grpSpPr bwMode="auto">
              <a:xfrm>
                <a:off x="2444" y="1296"/>
                <a:ext cx="623" cy="96"/>
                <a:chOff x="2003" y="3439"/>
                <a:chExt cx="468" cy="244"/>
              </a:xfrm>
            </p:grpSpPr>
            <p:sp>
              <p:nvSpPr>
                <p:cNvPr id="28" name="Oval 16"/>
                <p:cNvSpPr>
                  <a:spLocks noChangeArrowheads="1"/>
                </p:cNvSpPr>
                <p:nvPr/>
              </p:nvSpPr>
              <p:spPr bwMode="gray">
                <a:xfrm>
                  <a:off x="2003" y="3439"/>
                  <a:ext cx="79" cy="24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9" name="Rectangle 17"/>
                <p:cNvSpPr>
                  <a:spLocks noChangeArrowheads="1"/>
                </p:cNvSpPr>
                <p:nvPr/>
              </p:nvSpPr>
              <p:spPr bwMode="gray">
                <a:xfrm>
                  <a:off x="2048" y="3441"/>
                  <a:ext cx="388" cy="24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30" name="Oval 18"/>
                <p:cNvSpPr>
                  <a:spLocks noChangeArrowheads="1"/>
                </p:cNvSpPr>
                <p:nvPr/>
              </p:nvSpPr>
              <p:spPr bwMode="gray">
                <a:xfrm>
                  <a:off x="2400" y="3443"/>
                  <a:ext cx="71" cy="2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31" name="Oval 19"/>
                <p:cNvSpPr>
                  <a:spLocks noChangeArrowheads="1"/>
                </p:cNvSpPr>
                <p:nvPr/>
              </p:nvSpPr>
              <p:spPr bwMode="gray">
                <a:xfrm>
                  <a:off x="2438" y="3519"/>
                  <a:ext cx="20" cy="7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</p:grpSp>
          <p:sp>
            <p:nvSpPr>
              <p:cNvPr id="21" name="Rectangle 20"/>
              <p:cNvSpPr>
                <a:spLocks noChangeArrowheads="1"/>
              </p:cNvSpPr>
              <p:nvPr/>
            </p:nvSpPr>
            <p:spPr bwMode="gray">
              <a:xfrm rot="3419336">
                <a:off x="2880" y="1148"/>
                <a:ext cx="672" cy="679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tint val="73725"/>
                      <a:invGamma/>
                    </a:schemeClr>
                  </a:gs>
                </a:gsLst>
                <a:lin ang="5400000" scaled="1"/>
              </a:gra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0" lon="1500000" rev="0"/>
                </a:camera>
                <a:lightRig rig="legacyFlat4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hlink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zh-CN" altLang="en-US">
                  <a:ea typeface="宋体" pitchFamily="2" charset="-122"/>
                </a:endParaRPr>
              </a:p>
            </p:txBody>
          </p:sp>
          <p:grpSp>
            <p:nvGrpSpPr>
              <p:cNvPr id="22" name="Group 21"/>
              <p:cNvGrpSpPr>
                <a:grpSpLocks/>
              </p:cNvGrpSpPr>
              <p:nvPr/>
            </p:nvGrpSpPr>
            <p:grpSpPr bwMode="auto">
              <a:xfrm>
                <a:off x="3605" y="1296"/>
                <a:ext cx="817" cy="96"/>
                <a:chOff x="2003" y="3439"/>
                <a:chExt cx="468" cy="244"/>
              </a:xfrm>
            </p:grpSpPr>
            <p:sp>
              <p:nvSpPr>
                <p:cNvPr id="24" name="Oval 22"/>
                <p:cNvSpPr>
                  <a:spLocks noChangeArrowheads="1"/>
                </p:cNvSpPr>
                <p:nvPr/>
              </p:nvSpPr>
              <p:spPr bwMode="gray">
                <a:xfrm>
                  <a:off x="2003" y="3439"/>
                  <a:ext cx="79" cy="24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Rectangle 23"/>
                <p:cNvSpPr>
                  <a:spLocks noChangeArrowheads="1"/>
                </p:cNvSpPr>
                <p:nvPr/>
              </p:nvSpPr>
              <p:spPr bwMode="gray">
                <a:xfrm>
                  <a:off x="2048" y="3441"/>
                  <a:ext cx="388" cy="24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76"/>
                    </a:gs>
                    <a:gs pos="50000">
                      <a:srgbClr val="FFFFFF"/>
                    </a:gs>
                    <a:gs pos="100000">
                      <a:srgbClr val="767676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6" name="Oval 24"/>
                <p:cNvSpPr>
                  <a:spLocks noChangeArrowheads="1"/>
                </p:cNvSpPr>
                <p:nvPr/>
              </p:nvSpPr>
              <p:spPr bwMode="gray">
                <a:xfrm>
                  <a:off x="2400" y="3443"/>
                  <a:ext cx="71" cy="2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7" name="Oval 25"/>
                <p:cNvSpPr>
                  <a:spLocks noChangeArrowheads="1"/>
                </p:cNvSpPr>
                <p:nvPr/>
              </p:nvSpPr>
              <p:spPr bwMode="gray">
                <a:xfrm>
                  <a:off x="2438" y="3519"/>
                  <a:ext cx="20" cy="7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>
                        <a:gamma/>
                        <a:shade val="46275"/>
                        <a:invGamma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ea typeface="宋体" pitchFamily="2" charset="-122"/>
                  </a:endParaRPr>
                </a:p>
              </p:txBody>
            </p:sp>
          </p:grpSp>
          <p:sp>
            <p:nvSpPr>
              <p:cNvPr id="23" name="Rectangle 26"/>
              <p:cNvSpPr>
                <a:spLocks noChangeArrowheads="1"/>
              </p:cNvSpPr>
              <p:nvPr/>
            </p:nvSpPr>
            <p:spPr bwMode="gray">
              <a:xfrm rot="3419336">
                <a:off x="4032" y="1152"/>
                <a:ext cx="672" cy="672"/>
              </a:xfrm>
              <a:prstGeom prst="rect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73725"/>
                      <a:invGamma/>
                    </a:schemeClr>
                  </a:gs>
                </a:gsLst>
                <a:lin ang="5400000" scaled="1"/>
              </a:gradFill>
              <a:ln w="9525">
                <a:miter lim="800000"/>
                <a:headEnd/>
                <a:tailEnd/>
              </a:ln>
              <a:effectLst/>
              <a:scene3d>
                <a:camera prst="legacyPerspectiveFront">
                  <a:rot lat="0" lon="1500000" rev="0"/>
                </a:camera>
                <a:lightRig rig="legacyFlat4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2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9" name="Rectangle 27"/>
            <p:cNvSpPr>
              <a:spLocks noChangeArrowheads="1"/>
            </p:cNvSpPr>
            <p:nvPr/>
          </p:nvSpPr>
          <p:spPr bwMode="gray">
            <a:xfrm>
              <a:off x="1441450" y="2071688"/>
              <a:ext cx="723900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RFID</a:t>
              </a:r>
            </a:p>
          </p:txBody>
        </p:sp>
        <p:sp>
          <p:nvSpPr>
            <p:cNvPr id="10" name="Rectangle 28"/>
            <p:cNvSpPr>
              <a:spLocks noChangeArrowheads="1"/>
            </p:cNvSpPr>
            <p:nvPr/>
          </p:nvSpPr>
          <p:spPr bwMode="gray">
            <a:xfrm>
              <a:off x="3089296" y="1987542"/>
              <a:ext cx="9159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Sensor</a:t>
              </a:r>
            </a:p>
          </p:txBody>
        </p:sp>
        <p:sp>
          <p:nvSpPr>
            <p:cNvPr id="11" name="Rectangle 29"/>
            <p:cNvSpPr>
              <a:spLocks noChangeArrowheads="1"/>
            </p:cNvSpPr>
            <p:nvPr/>
          </p:nvSpPr>
          <p:spPr bwMode="gray">
            <a:xfrm>
              <a:off x="4537096" y="1987542"/>
              <a:ext cx="13477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Smart Tech</a:t>
              </a:r>
            </a:p>
          </p:txBody>
        </p:sp>
        <p:sp>
          <p:nvSpPr>
            <p:cNvPr id="12" name="Rectangle 30"/>
            <p:cNvSpPr>
              <a:spLocks noChangeArrowheads="1"/>
            </p:cNvSpPr>
            <p:nvPr/>
          </p:nvSpPr>
          <p:spPr bwMode="gray">
            <a:xfrm>
              <a:off x="6289696" y="1987542"/>
              <a:ext cx="12827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err="1">
                  <a:ea typeface="宋体" pitchFamily="2" charset="-122"/>
                </a:rPr>
                <a:t>Nano</a:t>
              </a:r>
              <a:r>
                <a:rPr lang="en-US" altLang="zh-CN" dirty="0">
                  <a:ea typeface="宋体" pitchFamily="2" charset="-122"/>
                </a:rPr>
                <a:t> Tech</a:t>
              </a:r>
            </a:p>
          </p:txBody>
        </p:sp>
        <p:sp>
          <p:nvSpPr>
            <p:cNvPr id="13" name="Rectangle 31"/>
            <p:cNvSpPr>
              <a:spLocks noChangeArrowheads="1"/>
            </p:cNvSpPr>
            <p:nvPr/>
          </p:nvSpPr>
          <p:spPr bwMode="auto">
            <a:xfrm>
              <a:off x="1219200" y="3276600"/>
              <a:ext cx="1295400" cy="1200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To identify and track the data of things </a:t>
              </a:r>
            </a:p>
          </p:txBody>
        </p:sp>
        <p:sp>
          <p:nvSpPr>
            <p:cNvPr id="14" name="Rectangle 32"/>
            <p:cNvSpPr>
              <a:spLocks noChangeArrowheads="1"/>
            </p:cNvSpPr>
            <p:nvPr/>
          </p:nvSpPr>
          <p:spPr bwMode="auto">
            <a:xfrm>
              <a:off x="2971800" y="3276600"/>
              <a:ext cx="1447800" cy="230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ea typeface="宋体" pitchFamily="2" charset="-122"/>
                </a:rPr>
                <a:t>To collect and process the data to detect the changes in the physical status of things</a:t>
              </a:r>
            </a:p>
          </p:txBody>
        </p: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4572000" y="3276600"/>
              <a:ext cx="1676400" cy="230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To enhance the power of the network by devolving processing capabilities to different part of the network.</a:t>
              </a:r>
            </a:p>
          </p:txBody>
        </p:sp>
        <p:sp>
          <p:nvSpPr>
            <p:cNvPr id="16" name="Rectangle 34"/>
            <p:cNvSpPr>
              <a:spLocks noChangeArrowheads="1"/>
            </p:cNvSpPr>
            <p:nvPr/>
          </p:nvSpPr>
          <p:spPr bwMode="auto">
            <a:xfrm>
              <a:off x="6400800" y="3276600"/>
              <a:ext cx="1524000" cy="203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To make the smaller and smaller things have the ability to connect and interact.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637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72" y="762000"/>
            <a:ext cx="6781800" cy="9906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>
                <a:solidFill>
                  <a:schemeClr val="tx2"/>
                </a:solidFill>
              </a:rPr>
              <a:t>Technical Perspective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579746" y="1981200"/>
            <a:ext cx="3857652" cy="857256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Sensing Layer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5399" y="3048000"/>
            <a:ext cx="4786346" cy="1162056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 Layer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5333" y="4495800"/>
            <a:ext cx="5786478" cy="1219200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Layer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528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03" y="447661"/>
            <a:ext cx="6781800" cy="8382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  <a:defRPr/>
            </a:pPr>
            <a:r>
              <a:rPr lang="en-US" sz="3600" kern="0" dirty="0" smtClean="0">
                <a:solidFill>
                  <a:schemeClr val="tx2"/>
                </a:solidFill>
              </a:rPr>
              <a:t>Application Areas</a:t>
            </a:r>
            <a:endParaRPr lang="en-US" sz="3600" kern="0" dirty="0">
              <a:solidFill>
                <a:schemeClr val="tx2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Freeform 3"/>
          <p:cNvSpPr>
            <a:spLocks/>
          </p:cNvSpPr>
          <p:nvPr/>
        </p:nvSpPr>
        <p:spPr bwMode="gray">
          <a:xfrm>
            <a:off x="3634994" y="4294521"/>
            <a:ext cx="2466975" cy="771525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/>
          </p:cNvSpPr>
          <p:nvPr/>
        </p:nvSpPr>
        <p:spPr bwMode="gray">
          <a:xfrm rot="3600000">
            <a:off x="2457069" y="4038934"/>
            <a:ext cx="2465387" cy="769938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33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/>
          </p:cNvSpPr>
          <p:nvPr/>
        </p:nvSpPr>
        <p:spPr bwMode="gray">
          <a:xfrm rot="7200000">
            <a:off x="2128457" y="2738771"/>
            <a:ext cx="2465388" cy="769937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>
            <a:spLocks/>
          </p:cNvSpPr>
          <p:nvPr/>
        </p:nvSpPr>
        <p:spPr bwMode="gray">
          <a:xfrm rot="10800000">
            <a:off x="2752344" y="1865646"/>
            <a:ext cx="2466975" cy="769938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00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 bwMode="gray">
          <a:xfrm rot="14400000">
            <a:off x="4003294" y="2160921"/>
            <a:ext cx="2465388" cy="769938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66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>
            <a:spLocks/>
          </p:cNvSpPr>
          <p:nvPr/>
        </p:nvSpPr>
        <p:spPr bwMode="gray">
          <a:xfrm rot="18000000">
            <a:off x="4333494" y="3375359"/>
            <a:ext cx="2466975" cy="771525"/>
          </a:xfrm>
          <a:custGeom>
            <a:avLst/>
            <a:gdLst>
              <a:gd name="T0" fmla="*/ 1405 w 1717"/>
              <a:gd name="T1" fmla="*/ 102 h 484"/>
              <a:gd name="T2" fmla="*/ 1540 w 1717"/>
              <a:gd name="T3" fmla="*/ 395 h 484"/>
              <a:gd name="T4" fmla="*/ 1472 w 1717"/>
              <a:gd name="T5" fmla="*/ 369 h 484"/>
              <a:gd name="T6" fmla="*/ 1373 w 1717"/>
              <a:gd name="T7" fmla="*/ 403 h 484"/>
              <a:gd name="T8" fmla="*/ 1274 w 1717"/>
              <a:gd name="T9" fmla="*/ 433 h 484"/>
              <a:gd name="T10" fmla="*/ 1160 w 1717"/>
              <a:gd name="T11" fmla="*/ 458 h 484"/>
              <a:gd name="T12" fmla="*/ 1062 w 1717"/>
              <a:gd name="T13" fmla="*/ 472 h 484"/>
              <a:gd name="T14" fmla="*/ 968 w 1717"/>
              <a:gd name="T15" fmla="*/ 479 h 484"/>
              <a:gd name="T16" fmla="*/ 872 w 1717"/>
              <a:gd name="T17" fmla="*/ 479 h 484"/>
              <a:gd name="T18" fmla="*/ 766 w 1717"/>
              <a:gd name="T19" fmla="*/ 468 h 484"/>
              <a:gd name="T20" fmla="*/ 634 w 1717"/>
              <a:gd name="T21" fmla="*/ 439 h 484"/>
              <a:gd name="T22" fmla="*/ 524 w 1717"/>
              <a:gd name="T23" fmla="*/ 407 h 484"/>
              <a:gd name="T24" fmla="*/ 435 w 1717"/>
              <a:gd name="T25" fmla="*/ 373 h 484"/>
              <a:gd name="T26" fmla="*/ 344 w 1717"/>
              <a:gd name="T27" fmla="*/ 326 h 484"/>
              <a:gd name="T28" fmla="*/ 242 w 1717"/>
              <a:gd name="T29" fmla="*/ 256 h 484"/>
              <a:gd name="T30" fmla="*/ 157 w 1717"/>
              <a:gd name="T31" fmla="*/ 186 h 484"/>
              <a:gd name="T32" fmla="*/ 102 w 1717"/>
              <a:gd name="T33" fmla="*/ 132 h 484"/>
              <a:gd name="T34" fmla="*/ 0 w 1717"/>
              <a:gd name="T35" fmla="*/ 0 h 484"/>
              <a:gd name="T36" fmla="*/ 135 w 1717"/>
              <a:gd name="T37" fmla="*/ 124 h 484"/>
              <a:gd name="T38" fmla="*/ 219 w 1717"/>
              <a:gd name="T39" fmla="*/ 186 h 484"/>
              <a:gd name="T40" fmla="*/ 307 w 1717"/>
              <a:gd name="T41" fmla="*/ 231 h 484"/>
              <a:gd name="T42" fmla="*/ 395 w 1717"/>
              <a:gd name="T43" fmla="*/ 267 h 484"/>
              <a:gd name="T44" fmla="*/ 487 w 1717"/>
              <a:gd name="T45" fmla="*/ 293 h 484"/>
              <a:gd name="T46" fmla="*/ 571 w 1717"/>
              <a:gd name="T47" fmla="*/ 309 h 484"/>
              <a:gd name="T48" fmla="*/ 673 w 1717"/>
              <a:gd name="T49" fmla="*/ 318 h 484"/>
              <a:gd name="T50" fmla="*/ 766 w 1717"/>
              <a:gd name="T51" fmla="*/ 318 h 484"/>
              <a:gd name="T52" fmla="*/ 890 w 1717"/>
              <a:gd name="T53" fmla="*/ 311 h 484"/>
              <a:gd name="T54" fmla="*/ 1000 w 1717"/>
              <a:gd name="T55" fmla="*/ 296 h 484"/>
              <a:gd name="T56" fmla="*/ 1106 w 1717"/>
              <a:gd name="T57" fmla="*/ 274 h 484"/>
              <a:gd name="T58" fmla="*/ 1212 w 1717"/>
              <a:gd name="T59" fmla="*/ 245 h 484"/>
              <a:gd name="T60" fmla="*/ 1318 w 1717"/>
              <a:gd name="T61" fmla="*/ 209 h 484"/>
              <a:gd name="T62" fmla="*/ 1427 w 1717"/>
              <a:gd name="T63" fmla="*/ 153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17" h="484">
                <a:moveTo>
                  <a:pt x="1427" y="153"/>
                </a:moveTo>
                <a:lnTo>
                  <a:pt x="1405" y="102"/>
                </a:lnTo>
                <a:lnTo>
                  <a:pt x="1716" y="132"/>
                </a:lnTo>
                <a:lnTo>
                  <a:pt x="1540" y="395"/>
                </a:lnTo>
                <a:lnTo>
                  <a:pt x="1519" y="344"/>
                </a:lnTo>
                <a:lnTo>
                  <a:pt x="1472" y="369"/>
                </a:lnTo>
                <a:lnTo>
                  <a:pt x="1413" y="391"/>
                </a:lnTo>
                <a:lnTo>
                  <a:pt x="1373" y="403"/>
                </a:lnTo>
                <a:lnTo>
                  <a:pt x="1328" y="418"/>
                </a:lnTo>
                <a:lnTo>
                  <a:pt x="1274" y="433"/>
                </a:lnTo>
                <a:lnTo>
                  <a:pt x="1219" y="447"/>
                </a:lnTo>
                <a:lnTo>
                  <a:pt x="1160" y="458"/>
                </a:lnTo>
                <a:lnTo>
                  <a:pt x="1117" y="464"/>
                </a:lnTo>
                <a:lnTo>
                  <a:pt x="1062" y="472"/>
                </a:lnTo>
                <a:lnTo>
                  <a:pt x="1007" y="479"/>
                </a:lnTo>
                <a:lnTo>
                  <a:pt x="968" y="479"/>
                </a:lnTo>
                <a:lnTo>
                  <a:pt x="916" y="483"/>
                </a:lnTo>
                <a:lnTo>
                  <a:pt x="872" y="479"/>
                </a:lnTo>
                <a:lnTo>
                  <a:pt x="817" y="475"/>
                </a:lnTo>
                <a:lnTo>
                  <a:pt x="766" y="468"/>
                </a:lnTo>
                <a:lnTo>
                  <a:pt x="701" y="453"/>
                </a:lnTo>
                <a:lnTo>
                  <a:pt x="634" y="439"/>
                </a:lnTo>
                <a:lnTo>
                  <a:pt x="576" y="424"/>
                </a:lnTo>
                <a:lnTo>
                  <a:pt x="524" y="407"/>
                </a:lnTo>
                <a:lnTo>
                  <a:pt x="476" y="391"/>
                </a:lnTo>
                <a:lnTo>
                  <a:pt x="435" y="373"/>
                </a:lnTo>
                <a:lnTo>
                  <a:pt x="384" y="349"/>
                </a:lnTo>
                <a:lnTo>
                  <a:pt x="344" y="326"/>
                </a:lnTo>
                <a:lnTo>
                  <a:pt x="293" y="293"/>
                </a:lnTo>
                <a:lnTo>
                  <a:pt x="242" y="256"/>
                </a:lnTo>
                <a:lnTo>
                  <a:pt x="205" y="226"/>
                </a:lnTo>
                <a:lnTo>
                  <a:pt x="157" y="186"/>
                </a:lnTo>
                <a:lnTo>
                  <a:pt x="124" y="158"/>
                </a:lnTo>
                <a:lnTo>
                  <a:pt x="102" y="132"/>
                </a:lnTo>
                <a:lnTo>
                  <a:pt x="62" y="88"/>
                </a:lnTo>
                <a:lnTo>
                  <a:pt x="0" y="0"/>
                </a:lnTo>
                <a:lnTo>
                  <a:pt x="91" y="88"/>
                </a:lnTo>
                <a:lnTo>
                  <a:pt x="135" y="124"/>
                </a:lnTo>
                <a:lnTo>
                  <a:pt x="175" y="158"/>
                </a:lnTo>
                <a:lnTo>
                  <a:pt x="219" y="186"/>
                </a:lnTo>
                <a:lnTo>
                  <a:pt x="263" y="209"/>
                </a:lnTo>
                <a:lnTo>
                  <a:pt x="307" y="231"/>
                </a:lnTo>
                <a:lnTo>
                  <a:pt x="355" y="253"/>
                </a:lnTo>
                <a:lnTo>
                  <a:pt x="395" y="267"/>
                </a:lnTo>
                <a:lnTo>
                  <a:pt x="439" y="282"/>
                </a:lnTo>
                <a:lnTo>
                  <a:pt x="487" y="293"/>
                </a:lnTo>
                <a:lnTo>
                  <a:pt x="534" y="301"/>
                </a:lnTo>
                <a:lnTo>
                  <a:pt x="571" y="309"/>
                </a:lnTo>
                <a:lnTo>
                  <a:pt x="622" y="312"/>
                </a:lnTo>
                <a:lnTo>
                  <a:pt x="673" y="318"/>
                </a:lnTo>
                <a:lnTo>
                  <a:pt x="718" y="318"/>
                </a:lnTo>
                <a:lnTo>
                  <a:pt x="766" y="318"/>
                </a:lnTo>
                <a:lnTo>
                  <a:pt x="828" y="318"/>
                </a:lnTo>
                <a:lnTo>
                  <a:pt x="890" y="311"/>
                </a:lnTo>
                <a:lnTo>
                  <a:pt x="949" y="304"/>
                </a:lnTo>
                <a:lnTo>
                  <a:pt x="1000" y="296"/>
                </a:lnTo>
                <a:lnTo>
                  <a:pt x="1058" y="285"/>
                </a:lnTo>
                <a:lnTo>
                  <a:pt x="1106" y="274"/>
                </a:lnTo>
                <a:lnTo>
                  <a:pt x="1156" y="260"/>
                </a:lnTo>
                <a:lnTo>
                  <a:pt x="1212" y="245"/>
                </a:lnTo>
                <a:lnTo>
                  <a:pt x="1259" y="231"/>
                </a:lnTo>
                <a:lnTo>
                  <a:pt x="1318" y="209"/>
                </a:lnTo>
                <a:lnTo>
                  <a:pt x="1362" y="190"/>
                </a:lnTo>
                <a:lnTo>
                  <a:pt x="1427" y="153"/>
                </a:lnTo>
              </a:path>
            </a:pathLst>
          </a:cu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gray">
          <a:xfrm>
            <a:off x="3419094" y="2456196"/>
            <a:ext cx="2057400" cy="2057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261926" y="2315057"/>
            <a:ext cx="12426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 smtClean="0"/>
              <a:t>Medical</a:t>
            </a:r>
            <a:endParaRPr lang="en-US" sz="2400" b="1" dirty="0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1087979" y="4129975"/>
            <a:ext cx="2153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 smtClean="0"/>
              <a:t>Infrastructure</a:t>
            </a:r>
            <a:endParaRPr lang="en-US" sz="2400" b="1" dirty="0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5318342" y="1398255"/>
            <a:ext cx="24441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dirty="0" smtClean="0"/>
              <a:t>Media</a:t>
            </a:r>
            <a:endParaRPr lang="en-US" sz="2400" b="1" dirty="0" smtClean="0"/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gray">
          <a:xfrm>
            <a:off x="3481646" y="2975309"/>
            <a:ext cx="200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91440">
            <a:spAutoFit/>
          </a:bodyPr>
          <a:lstStyle/>
          <a:p>
            <a:pPr algn="ctr" eaLnBrk="0" hangingPunct="0"/>
            <a:r>
              <a:rPr lang="en-US" sz="2400" b="1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IoT</a:t>
            </a:r>
            <a:r>
              <a:rPr lang="en-US" sz="24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Applications</a:t>
            </a:r>
            <a:endParaRPr lang="en-US" sz="2400" b="1" dirty="0">
              <a:solidFill>
                <a:srgbClr val="00B0F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6493225" y="2696447"/>
            <a:ext cx="1923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/>
              <a:t>Environment</a:t>
            </a:r>
            <a:endParaRPr lang="en-US" sz="2400" b="1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6185728" y="4142716"/>
            <a:ext cx="13468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smtClean="0"/>
              <a:t>Logistics</a:t>
            </a:r>
            <a:endParaRPr lang="en-US" sz="2400" b="1" dirty="0"/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524863" y="5656596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 smtClean="0"/>
              <a:t>Manufacturing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4887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64127" y="533400"/>
            <a:ext cx="82296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Smart Things Timeline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smart-things-timeline-616x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9" y="1447800"/>
            <a:ext cx="7792695" cy="42672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06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4127" y="533400"/>
            <a:ext cx="82296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System Characteristics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48073864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902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BICARD</a:t>
            </a:r>
            <a:endParaRPr lang="en-IN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4127" y="533400"/>
            <a:ext cx="82296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Risks and Concerns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1096332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287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193</Words>
  <Application>Microsoft Office PowerPoint</Application>
  <PresentationFormat>On-screen Show (4:3)</PresentationFormat>
  <Paragraphs>73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NewsPrint</vt:lpstr>
      <vt:lpstr>PowerPoint Presentation</vt:lpstr>
      <vt:lpstr>Internet Revolution</vt:lpstr>
      <vt:lpstr>Internet Usage and Population Statistics</vt:lpstr>
      <vt:lpstr>The Internet of Things</vt:lpstr>
      <vt:lpstr>Characteristics</vt:lpstr>
      <vt:lpstr>Enabling Technologies</vt:lpstr>
      <vt:lpstr>Technical Perspective</vt:lpstr>
      <vt:lpstr>Application Areas</vt:lpstr>
      <vt:lpstr>PowerPoint Presentation</vt:lpstr>
      <vt:lpstr>PowerPoint Presentation</vt:lpstr>
      <vt:lpstr>PowerPoint Presentation</vt:lpstr>
    </vt:vector>
  </TitlesOfParts>
  <Manager>Ravindra Kale</Manager>
  <Company>BICARD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IOT</dc:subject>
  <dc:creator>RAVINDRA KALE</dc:creator>
  <cp:lastModifiedBy>nayak</cp:lastModifiedBy>
  <cp:revision>57</cp:revision>
  <dcterms:created xsi:type="dcterms:W3CDTF">2015-03-16T09:55:50Z</dcterms:created>
  <dcterms:modified xsi:type="dcterms:W3CDTF">2015-07-22T18:29:22Z</dcterms:modified>
</cp:coreProperties>
</file>